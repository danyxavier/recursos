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rts/chart1.xml" ContentType="application/vnd.openxmlformats-officedocument.drawingml.chart+xml"/>
  <Override PartName="/ppt/commentAuthors.xml" ContentType="application/vnd.openxmlformats-officedocument.presentationml.commentAuthor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02" r:id="rId4"/>
    <p:sldMasterId id="2147484159" r:id="rId5"/>
  </p:sldMasterIdLst>
  <p:notesMasterIdLst>
    <p:notesMasterId r:id="rId15"/>
  </p:notesMasterIdLst>
  <p:handoutMasterIdLst>
    <p:handoutMasterId r:id="rId16"/>
  </p:handoutMasterIdLst>
  <p:sldIdLst>
    <p:sldId id="1645" r:id="rId6"/>
    <p:sldId id="1453" r:id="rId7"/>
    <p:sldId id="533" r:id="rId11"/>
    <p:sldId id="506" r:id="rId8"/>
    <p:sldId id="538" r:id="rId9"/>
    <p:sldId id="1623" r:id="rId12"/>
    <p:sldId id="265" r:id="rId13"/>
    <p:sldId id="1691" r:id="rId22"/>
    <p:sldId id="1692" r:id="rId23"/>
    <p:sldId id="1693" r:id="rId24"/>
    <p:sldId id="1694" r:id="rId25"/>
    <p:sldId id="1695" r:id="rId26"/>
    <p:sldId id="883" r:id="rId10"/>
    <p:sldId id="1696" r:id="rId27"/>
    <p:sldId id="1697" r:id="rId28"/>
    <p:sldId id="1698" r:id="rId29"/>
    <p:sldId id="1699" r:id="rId30"/>
    <p:sldId id="1700" r:id="rId31"/>
    <p:sldId id="1701" r:id="rId32"/>
    <p:sldId id="1702" r:id="rId33"/>
    <p:sldId id="1690" r:id="rId14"/>
  </p:sldIdLst>
  <p:sldSz cx="18288000" cy="10287000"/>
  <p:notesSz cx="6797675" cy="9926638"/>
  <p:defaultTextStyle>
    <a:defPPr>
      <a:defRPr lang="uk-UA"/>
    </a:defPPr>
    <a:lvl1pPr algn="l" defTabSz="1370013" rtl="0" eaLnBrk="0" fontAlgn="base" hangingPunct="0">
      <a:spcBef>
        <a:spcPct val="0"/>
      </a:spcBef>
      <a:spcAft>
        <a:spcPct val="0"/>
      </a:spcAft>
      <a:defRPr sz="2700" kern="1200">
        <a:solidFill>
          <a:schemeClr val="tx1"/>
        </a:solidFill>
        <a:latin typeface="Franklin Gothic Book" panose="020B0503020102020204" pitchFamily="34" charset="0"/>
        <a:ea typeface="+mn-ea"/>
        <a:cs typeface="+mn-cs"/>
      </a:defRPr>
    </a:lvl1pPr>
    <a:lvl2pPr marL="684213" indent="-227013" algn="l" defTabSz="1370013" rtl="0" eaLnBrk="0" fontAlgn="base" hangingPunct="0">
      <a:spcBef>
        <a:spcPct val="0"/>
      </a:spcBef>
      <a:spcAft>
        <a:spcPct val="0"/>
      </a:spcAft>
      <a:defRPr sz="2700" kern="1200">
        <a:solidFill>
          <a:schemeClr val="tx1"/>
        </a:solidFill>
        <a:latin typeface="Franklin Gothic Book" panose="020B0503020102020204" pitchFamily="34" charset="0"/>
        <a:ea typeface="+mn-ea"/>
        <a:cs typeface="+mn-cs"/>
      </a:defRPr>
    </a:lvl2pPr>
    <a:lvl3pPr marL="1370013" indent="-455613" algn="l" defTabSz="1370013" rtl="0" eaLnBrk="0" fontAlgn="base" hangingPunct="0">
      <a:spcBef>
        <a:spcPct val="0"/>
      </a:spcBef>
      <a:spcAft>
        <a:spcPct val="0"/>
      </a:spcAft>
      <a:defRPr sz="2700" kern="1200">
        <a:solidFill>
          <a:schemeClr val="tx1"/>
        </a:solidFill>
        <a:latin typeface="Franklin Gothic Book" panose="020B0503020102020204" pitchFamily="34" charset="0"/>
        <a:ea typeface="+mn-ea"/>
        <a:cs typeface="+mn-cs"/>
      </a:defRPr>
    </a:lvl3pPr>
    <a:lvl4pPr marL="2055813" indent="-684213" algn="l" defTabSz="1370013" rtl="0" eaLnBrk="0" fontAlgn="base" hangingPunct="0">
      <a:spcBef>
        <a:spcPct val="0"/>
      </a:spcBef>
      <a:spcAft>
        <a:spcPct val="0"/>
      </a:spcAft>
      <a:defRPr sz="2700" kern="1200">
        <a:solidFill>
          <a:schemeClr val="tx1"/>
        </a:solidFill>
        <a:latin typeface="Franklin Gothic Book" panose="020B0503020102020204" pitchFamily="34" charset="0"/>
        <a:ea typeface="+mn-ea"/>
        <a:cs typeface="+mn-cs"/>
      </a:defRPr>
    </a:lvl4pPr>
    <a:lvl5pPr marL="2741613" indent="-912813" algn="l" defTabSz="1370013" rtl="0" eaLnBrk="0" fontAlgn="base" hangingPunct="0">
      <a:spcBef>
        <a:spcPct val="0"/>
      </a:spcBef>
      <a:spcAft>
        <a:spcPct val="0"/>
      </a:spcAft>
      <a:defRPr sz="2700" kern="1200">
        <a:solidFill>
          <a:schemeClr val="tx1"/>
        </a:solidFill>
        <a:latin typeface="Franklin Gothic Book" panose="020B0503020102020204" pitchFamily="34" charset="0"/>
        <a:ea typeface="+mn-ea"/>
        <a:cs typeface="+mn-cs"/>
      </a:defRPr>
    </a:lvl5pPr>
    <a:lvl6pPr marL="2286000" algn="l" defTabSz="914400" rtl="0" eaLnBrk="1" latinLnBrk="0" hangingPunct="1">
      <a:defRPr sz="2700" kern="1200">
        <a:solidFill>
          <a:schemeClr val="tx1"/>
        </a:solidFill>
        <a:latin typeface="Franklin Gothic Book" panose="020B0503020102020204" pitchFamily="34" charset="0"/>
        <a:ea typeface="+mn-ea"/>
        <a:cs typeface="+mn-cs"/>
      </a:defRPr>
    </a:lvl6pPr>
    <a:lvl7pPr marL="2743200" algn="l" defTabSz="914400" rtl="0" eaLnBrk="1" latinLnBrk="0" hangingPunct="1">
      <a:defRPr sz="2700" kern="1200">
        <a:solidFill>
          <a:schemeClr val="tx1"/>
        </a:solidFill>
        <a:latin typeface="Franklin Gothic Book" panose="020B0503020102020204" pitchFamily="34" charset="0"/>
        <a:ea typeface="+mn-ea"/>
        <a:cs typeface="+mn-cs"/>
      </a:defRPr>
    </a:lvl7pPr>
    <a:lvl8pPr marL="3200400" algn="l" defTabSz="914400" rtl="0" eaLnBrk="1" latinLnBrk="0" hangingPunct="1">
      <a:defRPr sz="2700" kern="1200">
        <a:solidFill>
          <a:schemeClr val="tx1"/>
        </a:solidFill>
        <a:latin typeface="Franklin Gothic Book" panose="020B0503020102020204" pitchFamily="34" charset="0"/>
        <a:ea typeface="+mn-ea"/>
        <a:cs typeface="+mn-cs"/>
      </a:defRPr>
    </a:lvl8pPr>
    <a:lvl9pPr marL="3657600" algn="l" defTabSz="914400" rtl="0" eaLnBrk="1" latinLnBrk="0" hangingPunct="1">
      <a:defRPr sz="2700" kern="1200">
        <a:solidFill>
          <a:schemeClr val="tx1"/>
        </a:solidFill>
        <a:latin typeface="Franklin Gothic Book" panose="020B0503020102020204" pitchFamily="34" charset="0"/>
        <a:ea typeface="+mn-ea"/>
        <a:cs typeface="+mn-cs"/>
      </a:defRPr>
    </a:lvl9pPr>
  </p:defaultTextStyle>
  <p:extLst>
    <p:ext uri="{EFAFB233-063F-42B5-8137-9DF3F51BA10A}">
      <p15:sldGuideLst xmlns:p15="http://schemas.microsoft.com/office/powerpoint/2012/main">
        <p15:guide id="1" orient="horz" pos="3240">
          <p15:clr>
            <a:srgbClr val="A4A3A4"/>
          </p15:clr>
        </p15:guide>
        <p15:guide id="2" pos="5760">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Lupita Arrese Alcala" initials="" lastIdx="16" clrIdx="0"/>
  <p:cmAuthor id="2" name="oe" initials="" lastIdx="0" clrIdx="1"/>
</p:cmAuthorLst>
</file>

<file path=ppt/presProps.xml><?xml version="1.0" encoding="utf-8"?>
<p:presentationPr xmlns:a="http://schemas.openxmlformats.org/drawingml/2006/main" xmlns:r="http://schemas.openxmlformats.org/officeDocument/2006/relationships" xmlns:p="http://schemas.openxmlformats.org/presentationml/2006/main">
  <p:clrMru>
    <a:srgbClr val="4A879B"/>
    <a:srgbClr val="000000"/>
    <a:srgbClr val="23AAD5"/>
    <a:srgbClr val="64D4EA"/>
    <a:srgbClr val="4CCCE6"/>
    <a:srgbClr val="6CD5EA"/>
    <a:srgbClr val="2BC3E1"/>
    <a:srgbClr val="57CFE7"/>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Estilo medio 2 - Énfasis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3229" autoAdjust="0"/>
    <p:restoredTop sz="96054" autoAdjust="0"/>
  </p:normalViewPr>
  <p:slideViewPr>
    <p:cSldViewPr snapToGrid="0">
      <p:cViewPr varScale="1">
        <p:scale>
          <a:sx n="73" d="100"/>
          <a:sy n="73" d="100"/>
        </p:scale>
        <p:origin x="732" y="72"/>
      </p:cViewPr>
      <p:guideLst>
        <p:guide orient="horz" pos="3240"/>
        <p:guide pos="5760"/>
      </p:guideLst>
    </p:cSldViewPr>
  </p:slideViewPr>
  <p:outlineViewPr>
    <p:cViewPr>
      <p:scale>
        <a:sx n="33" d="100"/>
        <a:sy n="33" d="100"/>
      </p:scale>
      <p:origin x="0" y="0"/>
    </p:cViewPr>
  </p:outlineViewPr>
  <p:notesTextViewPr>
    <p:cViewPr>
      <p:scale>
        <a:sx n="1" d="1"/>
        <a:sy n="1" d="1"/>
      </p:scale>
      <p:origin x="0" y="0"/>
    </p:cViewPr>
  </p:notesTextViewPr>
  <p:sorterViewPr>
    <p:cViewPr>
      <p:scale>
        <a:sx n="62" d="100"/>
        <a:sy n="62" d="100"/>
      </p:scale>
      <p:origin x="0" y="-22038"/>
    </p:cViewPr>
  </p:sorterViewPr>
  <p:notesViewPr>
    <p:cSldViewPr snapToGrid="0">
      <p:cViewPr varScale="1">
        <p:scale>
          <a:sx n="97" d="100"/>
          <a:sy n="97" d="100"/>
        </p:scale>
        <p:origin x="4328" y="200"/>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13.xml"/><Relationship Id="rId11" Type="http://schemas.openxmlformats.org/officeDocument/2006/relationships/slide" Target="slides/slide3.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21.xml"/><Relationship Id="rId15" Type="http://schemas.openxmlformats.org/officeDocument/2006/relationships/notesMaster" Target="notesMasters/notesMaster1.xml"/><Relationship Id="rId16" Type="http://schemas.openxmlformats.org/officeDocument/2006/relationships/handoutMaster" Target="handoutMasters/handoutMaster1.xml"/><Relationship Id="rId17" Type="http://schemas.openxmlformats.org/officeDocument/2006/relationships/commentAuthors" Target="commentAuthors.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 Id="rId22" Type="http://schemas.openxmlformats.org/officeDocument/2006/relationships/slide" Target="slides/slide8.xml"/><Relationship Id="rId23" Type="http://schemas.openxmlformats.org/officeDocument/2006/relationships/slide" Target="slides/slide9.xml"/><Relationship Id="rId24" Type="http://schemas.openxmlformats.org/officeDocument/2006/relationships/slide" Target="slides/slide10.xml"/><Relationship Id="rId25" Type="http://schemas.openxmlformats.org/officeDocument/2006/relationships/slide" Target="slides/slide11.xml"/><Relationship Id="rId26" Type="http://schemas.openxmlformats.org/officeDocument/2006/relationships/slide" Target="slides/slide12.xml"/><Relationship Id="rId27" Type="http://schemas.openxmlformats.org/officeDocument/2006/relationships/slide" Target="slides/slide14.xml"/><Relationship Id="rId28" Type="http://schemas.openxmlformats.org/officeDocument/2006/relationships/slide" Target="slides/slide15.xml"/><Relationship Id="rId29" Type="http://schemas.openxmlformats.org/officeDocument/2006/relationships/slide" Target="slides/slide16.xml"/><Relationship Id="rId30" Type="http://schemas.openxmlformats.org/officeDocument/2006/relationships/slide" Target="slides/slide17.xml"/><Relationship Id="rId31" Type="http://schemas.openxmlformats.org/officeDocument/2006/relationships/slide" Target="slides/slide18.xml"/><Relationship Id="rId32" Type="http://schemas.openxmlformats.org/officeDocument/2006/relationships/slide" Target="slides/slide19.xml"/><Relationship Id="rId33" Type="http://schemas.openxmlformats.org/officeDocument/2006/relationships/slide" Target="slides/slide20.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800" b="0">
                <a:solidFill>
                  <a:srgbClr val="00566C"/>
                </a:solidFill>
                <a:latin typeface="Franklin Gothic Medium"/>
              </a:rPr>
              <a:t>Tiempo de entrenamiento sobre ULB (segundos)</a:t>
            </a:r>
          </a:p>
        </c:rich>
      </c:tx>
      <c:layout/>
      <c:overlay val="0"/>
    </c:title>
    <c:autoTitleDeleted val="0"/>
    <c:plotArea>
      <c:barChart>
        <c:barDir val="col"/>
        <c:grouping val="clustered"/>
        <c:ser>
          <c:idx val="0"/>
          <c:order val="0"/>
          <c:tx>
            <c:strRef>
              <c:f>Sheet1!$B$1</c:f>
              <c:strCache>
                <c:ptCount val="1"/>
                <c:pt idx="0">
                  <c:v>Sin tratamiento</c:v>
                </c:pt>
              </c:strCache>
            </c:strRef>
          </c:tx>
          <c:spPr>
            <a:solidFill>
              <a:srgbClr val="00566C"/>
            </a:solidFill>
          </c:spPr>
          <c:cat>
            <c:strRef>
              <c:f>Sheet1!$A$2:$A$6</c:f>
              <c:strCache>
                <c:ptCount val="5"/>
                <c:pt idx="0">
                  <c:v>Reg. Logística</c:v>
                </c:pt>
                <c:pt idx="1">
                  <c:v>Árbol Decisión</c:v>
                </c:pt>
                <c:pt idx="2">
                  <c:v>Random Forest</c:v>
                </c:pt>
                <c:pt idx="3">
                  <c:v>XGBoost</c:v>
                </c:pt>
                <c:pt idx="4">
                  <c:v>LightGBM</c:v>
                </c:pt>
              </c:strCache>
            </c:strRef>
          </c:cat>
          <c:val>
            <c:numRef>
              <c:f>Sheet1!$B$2:$B$6</c:f>
              <c:numCache>
                <c:formatCode>General</c:formatCode>
                <c:ptCount val="5"/>
                <c:pt idx="0">
                  <c:v>3.7</c:v>
                </c:pt>
                <c:pt idx="1">
                  <c:v>31.6</c:v>
                </c:pt>
                <c:pt idx="2">
                  <c:v>527.1</c:v>
                </c:pt>
                <c:pt idx="3">
                  <c:v>18.0</c:v>
                </c:pt>
                <c:pt idx="4">
                  <c:v>330.2</c:v>
                </c:pt>
              </c:numCache>
            </c:numRef>
          </c:val>
        </c:ser>
        <c:ser>
          <c:idx val="1"/>
          <c:order val="1"/>
          <c:tx>
            <c:strRef>
              <c:f>Sheet1!$C$1</c:f>
              <c:strCache>
                <c:ptCount val="1"/>
                <c:pt idx="0">
                  <c:v>SMOTE</c:v>
                </c:pt>
              </c:strCache>
            </c:strRef>
          </c:tx>
          <c:spPr>
            <a:solidFill>
              <a:srgbClr val="219BC3"/>
            </a:solidFill>
          </c:spPr>
          <c:cat>
            <c:strRef>
              <c:f>Sheet1!$A$2:$A$6</c:f>
              <c:strCache>
                <c:ptCount val="5"/>
                <c:pt idx="0">
                  <c:v>Reg. Logística</c:v>
                </c:pt>
                <c:pt idx="1">
                  <c:v>Árbol Decisión</c:v>
                </c:pt>
                <c:pt idx="2">
                  <c:v>Random Forest</c:v>
                </c:pt>
                <c:pt idx="3">
                  <c:v>XGBoost</c:v>
                </c:pt>
                <c:pt idx="4">
                  <c:v>LightGBM</c:v>
                </c:pt>
              </c:strCache>
            </c:strRef>
          </c:cat>
          <c:val>
            <c:numRef>
              <c:f>Sheet1!$C$2:$C$6</c:f>
              <c:numCache>
                <c:formatCode>General</c:formatCode>
                <c:ptCount val="5"/>
                <c:pt idx="0">
                  <c:v>5.2</c:v>
                </c:pt>
                <c:pt idx="1">
                  <c:v>95.9</c:v>
                </c:pt>
                <c:pt idx="2">
                  <c:v>1557.6</c:v>
                </c:pt>
                <c:pt idx="3">
                  <c:v>36.8</c:v>
                </c:pt>
                <c:pt idx="4">
                  <c:v>679.5</c:v>
                </c:pt>
              </c:numCache>
            </c:numRef>
          </c:val>
        </c:ser>
        <c:ser>
          <c:idx val="2"/>
          <c:order val="2"/>
          <c:tx>
            <c:strRef>
              <c:f>Sheet1!$D$1</c:f>
              <c:strCache>
                <c:ptCount val="1"/>
                <c:pt idx="0">
                  <c:v>ADASYN</c:v>
                </c:pt>
              </c:strCache>
            </c:strRef>
          </c:tx>
          <c:spPr>
            <a:solidFill>
              <a:srgbClr val="B4B4BE"/>
            </a:solidFill>
          </c:spPr>
          <c:cat>
            <c:strRef>
              <c:f>Sheet1!$A$2:$A$6</c:f>
              <c:strCache>
                <c:ptCount val="5"/>
                <c:pt idx="0">
                  <c:v>Reg. Logística</c:v>
                </c:pt>
                <c:pt idx="1">
                  <c:v>Árbol Decisión</c:v>
                </c:pt>
                <c:pt idx="2">
                  <c:v>Random Forest</c:v>
                </c:pt>
                <c:pt idx="3">
                  <c:v>XGBoost</c:v>
                </c:pt>
                <c:pt idx="4">
                  <c:v>LightGBM</c:v>
                </c:pt>
              </c:strCache>
            </c:strRef>
          </c:cat>
          <c:val>
            <c:numRef>
              <c:f>Sheet1!$D$2:$D$6</c:f>
              <c:numCache>
                <c:formatCode>General</c:formatCode>
                <c:ptCount val="5"/>
                <c:pt idx="0">
                  <c:v>5.8</c:v>
                </c:pt>
                <c:pt idx="1">
                  <c:v>116.4</c:v>
                </c:pt>
                <c:pt idx="2">
                  <c:v>1486.7</c:v>
                </c:pt>
                <c:pt idx="3">
                  <c:v>35.1</c:v>
                </c:pt>
                <c:pt idx="4">
                  <c:v>692.1</c:v>
                </c:pt>
              </c:numCache>
            </c:numRef>
          </c:val>
        </c:ser>
        <c:dLbls>
          <c:numFmt formatCode="#,##0" sourceLinked="0"/>
          <c:txPr>
            <a:bodyPr/>
            <a:lstStyle/>
            <a:p>
              <a:pPr>
                <a:defRPr sz="1200">
                  <a:solidFill>
                    <a:srgbClr val="3C3C48"/>
                  </a:solidFill>
                </a:defRPr>
              </a:pPr>
            </a:p>
          </c:txPr>
          <c:dLblPos val="outEnd"/>
          <c:showLegendKey val="0"/>
          <c:showVal val="1"/>
          <c:showCatName val="0"/>
          <c:showSerName val="0"/>
          <c:showPercent val="0"/>
          <c:showBubbleSize val="0"/>
          <c:showLeaderLines val="1"/>
        </c:dLbls>
        <c:gapWidth val="70"/>
        <c:overlap val="-5"/>
        <c:axId val="-2068027336"/>
        <c:axId val="-2113994440"/>
      </c:barChart>
      <c:catAx>
        <c:axId val="-2068027336"/>
        <c:scaling>
          <c:orientation val="minMax"/>
        </c:scaling>
        <c:delete val="0"/>
        <c:axPos val="b"/>
        <c:majorTickMark val="out"/>
        <c:minorTickMark val="none"/>
        <c:tickLblPos val="nextTo"/>
        <c:spPr>
          <a:ln>
            <a:solidFill>
              <a:srgbClr val="C0C0C8"/>
            </a:solidFill>
          </a:ln>
        </c:spPr>
        <c:txPr>
          <a:bodyPr/>
          <a:lstStyle/>
          <a:p>
            <a:pPr>
              <a:defRPr sz="1500">
                <a:solidFill>
                  <a:srgbClr val="3C3C48"/>
                </a:solidFill>
              </a:defRPr>
            </a:pPr>
          </a:p>
        </c:txPr>
        <c:crossAx val="-2113994440"/>
        <c:crosses val="autoZero"/>
        <c:auto val="1"/>
        <c:lblAlgn val="ctr"/>
        <c:lblOffset val="100"/>
        <c:noMultiLvlLbl val="0"/>
      </c:catAx>
      <c:valAx>
        <c:axId val="-2113994440"/>
        <c:scaling/>
        <c:delete val="0"/>
        <c:axPos val="l"/>
        <c:majorGridlines>
          <c:spPr>
            <a:ln>
              <a:solidFill>
                <a:srgbClr val="E3E3E8"/>
              </a:solidFill>
            </a:ln>
          </c:spPr>
        </c:majorGridlines>
        <c:numFmt formatCode="#,##0" sourceLinked="0"/>
        <c:majorTickMark val="out"/>
        <c:minorTickMark val="none"/>
        <c:tickLblPos val="nextTo"/>
        <c:spPr>
          <a:ln>
            <a:noFill/>
          </a:ln>
        </c:spPr>
        <c:txPr>
          <a:bodyPr/>
          <a:lstStyle/>
          <a:p>
            <a:pPr>
              <a:defRPr sz="1200">
                <a:solidFill>
                  <a:srgbClr val="858591"/>
                </a:solidFill>
              </a:defRPr>
            </a:pPr>
          </a:p>
        </c:txPr>
        <c:crossAx val="-2068027336"/>
        <c:crosses val="autoZero"/>
      </c:valAx>
    </c:plotArea>
    <c:legend>
      <c:legendPos val="t"/>
      <c:overlay val="0"/>
      <c:txPr>
        <a:bodyPr/>
        <a:lstStyle/>
        <a:p>
          <a:pPr>
            <a:defRPr sz="1400">
              <a:solidFill>
                <a:srgbClr val="3C3C48"/>
              </a:solidFill>
            </a:defRPr>
          </a:pPr>
        </a:p>
      </c:txPr>
    </c:legend>
    <c:dispBlanksAs val="gap"/>
  </c:chart>
  <c:txPr>
    <a:bodyPr/>
    <a:lstStyle/>
    <a:p>
      <a:pPr>
        <a:defRPr sz="1800"/>
      </a:pPr>
      <a:endParaRPr lang="en-US"/>
    </a:p>
  </c:txPr>
  <c:externalData r:id="rId1">
    <c:autoUpdate val="0"/>
  </c:externalData>
</c:chartSpace>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Marcador de encabezado 1">
            <a:extLst>
              <a:ext uri="{FF2B5EF4-FFF2-40B4-BE49-F238E27FC236}">
                <a16:creationId xmlns:a16="http://schemas.microsoft.com/office/drawing/2014/main" id="{0E1B8304-C7B0-4DE3-2E82-DF987EE430E1}"/>
              </a:ext>
            </a:extLst>
          </p:cNvPr>
          <p:cNvSpPr>
            <a:spLocks noGrp="1"/>
          </p:cNvSpPr>
          <p:nvPr>
            <p:ph type="hdr" sz="quarter"/>
          </p:nvPr>
        </p:nvSpPr>
        <p:spPr>
          <a:xfrm>
            <a:off x="0" y="0"/>
            <a:ext cx="2946400" cy="498475"/>
          </a:xfrm>
          <a:prstGeom prst="rect">
            <a:avLst/>
          </a:prstGeom>
        </p:spPr>
        <p:txBody>
          <a:bodyPr vert="horz" lIns="91440" tIns="45720" rIns="91440" bIns="45720" rtlCol="0"/>
          <a:lstStyle>
            <a:lvl1pPr algn="l" defTabSz="1371408" eaLnBrk="1" fontAlgn="auto" hangingPunct="1">
              <a:spcBef>
                <a:spcPts val="0"/>
              </a:spcBef>
              <a:spcAft>
                <a:spcPts val="0"/>
              </a:spcAft>
              <a:defRPr sz="1200">
                <a:latin typeface="+mn-lt"/>
              </a:defRPr>
            </a:lvl1pPr>
          </a:lstStyle>
          <a:p>
            <a:pPr>
              <a:defRPr/>
            </a:pPr>
            <a:endParaRPr lang="es-ES"/>
          </a:p>
        </p:txBody>
      </p:sp>
      <p:sp>
        <p:nvSpPr>
          <p:cNvPr id="3" name="Marcador de fecha 2">
            <a:extLst>
              <a:ext uri="{FF2B5EF4-FFF2-40B4-BE49-F238E27FC236}">
                <a16:creationId xmlns:a16="http://schemas.microsoft.com/office/drawing/2014/main" id="{BB9D4788-2B02-0246-E69B-836E0F675EC8}"/>
              </a:ext>
            </a:extLst>
          </p:cNvPr>
          <p:cNvSpPr>
            <a:spLocks noGrp="1"/>
          </p:cNvSpPr>
          <p:nvPr>
            <p:ph type="dt" sz="quarter" idx="1"/>
          </p:nvPr>
        </p:nvSpPr>
        <p:spPr>
          <a:xfrm>
            <a:off x="3849688" y="0"/>
            <a:ext cx="2946400" cy="498475"/>
          </a:xfrm>
          <a:prstGeom prst="rect">
            <a:avLst/>
          </a:prstGeom>
        </p:spPr>
        <p:txBody>
          <a:bodyPr vert="horz" lIns="91440" tIns="45720" rIns="91440" bIns="45720" rtlCol="0"/>
          <a:lstStyle>
            <a:lvl1pPr algn="r" defTabSz="1371408" eaLnBrk="1" fontAlgn="auto" hangingPunct="1">
              <a:spcBef>
                <a:spcPts val="0"/>
              </a:spcBef>
              <a:spcAft>
                <a:spcPts val="0"/>
              </a:spcAft>
              <a:defRPr sz="1200">
                <a:latin typeface="+mn-lt"/>
              </a:defRPr>
            </a:lvl1pPr>
          </a:lstStyle>
          <a:p>
            <a:pPr>
              <a:defRPr/>
            </a:pPr>
            <a:fld id="{11963482-93D7-4D7C-BC15-B1837F3A1E2B}" type="datetimeFigureOut">
              <a:rPr lang="es-ES"/>
              <a:pPr>
                <a:defRPr/>
              </a:pPr>
              <a:t>03/06/2022</a:t>
            </a:fld>
            <a:endParaRPr lang="es-ES" dirty="0"/>
          </a:p>
        </p:txBody>
      </p:sp>
      <p:sp>
        <p:nvSpPr>
          <p:cNvPr id="4" name="Marcador de pie de página 3">
            <a:extLst>
              <a:ext uri="{FF2B5EF4-FFF2-40B4-BE49-F238E27FC236}">
                <a16:creationId xmlns:a16="http://schemas.microsoft.com/office/drawing/2014/main" id="{0C3BEC74-1C10-0384-FEED-E40F1B355240}"/>
              </a:ext>
            </a:extLst>
          </p:cNvPr>
          <p:cNvSpPr>
            <a:spLocks noGrp="1"/>
          </p:cNvSpPr>
          <p:nvPr>
            <p:ph type="ftr" sz="quarter" idx="2"/>
          </p:nvPr>
        </p:nvSpPr>
        <p:spPr>
          <a:xfrm>
            <a:off x="0" y="9428163"/>
            <a:ext cx="2946400" cy="498475"/>
          </a:xfrm>
          <a:prstGeom prst="rect">
            <a:avLst/>
          </a:prstGeom>
        </p:spPr>
        <p:txBody>
          <a:bodyPr vert="horz" lIns="91440" tIns="45720" rIns="91440" bIns="45720" rtlCol="0" anchor="b"/>
          <a:lstStyle>
            <a:lvl1pPr algn="l" defTabSz="1371408" eaLnBrk="1" fontAlgn="auto" hangingPunct="1">
              <a:spcBef>
                <a:spcPts val="0"/>
              </a:spcBef>
              <a:spcAft>
                <a:spcPts val="0"/>
              </a:spcAft>
              <a:defRPr sz="1200">
                <a:latin typeface="+mn-lt"/>
              </a:defRPr>
            </a:lvl1pPr>
          </a:lstStyle>
          <a:p>
            <a:pPr>
              <a:defRPr/>
            </a:pPr>
            <a:endParaRPr lang="es-ES"/>
          </a:p>
        </p:txBody>
      </p:sp>
      <p:sp>
        <p:nvSpPr>
          <p:cNvPr id="5" name="Marcador de número de diapositiva 4">
            <a:extLst>
              <a:ext uri="{FF2B5EF4-FFF2-40B4-BE49-F238E27FC236}">
                <a16:creationId xmlns:a16="http://schemas.microsoft.com/office/drawing/2014/main" id="{D205A489-2F88-F68C-2465-6EC43D47E8FF}"/>
              </a:ext>
            </a:extLst>
          </p:cNvPr>
          <p:cNvSpPr>
            <a:spLocks noGrp="1"/>
          </p:cNvSpPr>
          <p:nvPr>
            <p:ph type="sldNum" sz="quarter" idx="3"/>
          </p:nvPr>
        </p:nvSpPr>
        <p:spPr>
          <a:xfrm>
            <a:off x="3849688" y="9428163"/>
            <a:ext cx="2946400" cy="498475"/>
          </a:xfrm>
          <a:prstGeom prst="rect">
            <a:avLst/>
          </a:prstGeom>
        </p:spPr>
        <p:txBody>
          <a:bodyPr vert="horz" lIns="91440" tIns="45720" rIns="91440" bIns="45720" rtlCol="0" anchor="b"/>
          <a:lstStyle>
            <a:lvl1pPr algn="r" defTabSz="1371408" eaLnBrk="1" fontAlgn="auto" hangingPunct="1">
              <a:spcBef>
                <a:spcPts val="0"/>
              </a:spcBef>
              <a:spcAft>
                <a:spcPts val="0"/>
              </a:spcAft>
              <a:defRPr sz="1200">
                <a:latin typeface="+mn-lt"/>
              </a:defRPr>
            </a:lvl1pPr>
          </a:lstStyle>
          <a:p>
            <a:pPr>
              <a:defRPr/>
            </a:pPr>
            <a:fld id="{AFF394E1-D334-4642-B8AA-5C1693D81E49}" type="slidenum">
              <a:rPr lang="es-ES"/>
              <a:pPr>
                <a:defRPr/>
              </a:pPr>
              <a:t>‹Nº›</a:t>
            </a:fld>
            <a:endParaRPr lang="es-ES" dirty="0"/>
          </a:p>
        </p:txBody>
      </p:sp>
    </p:spTree>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6D325DE0-17A1-D99D-7F9C-68A432A8E61B}"/>
              </a:ext>
            </a:extLst>
          </p:cNvPr>
          <p:cNvSpPr>
            <a:spLocks noGrp="1"/>
          </p:cNvSpPr>
          <p:nvPr>
            <p:ph type="hdr" sz="quarter"/>
          </p:nvPr>
        </p:nvSpPr>
        <p:spPr>
          <a:xfrm>
            <a:off x="0" y="0"/>
            <a:ext cx="2946400" cy="498475"/>
          </a:xfrm>
          <a:prstGeom prst="rect">
            <a:avLst/>
          </a:prstGeom>
        </p:spPr>
        <p:txBody>
          <a:bodyPr vert="horz" lIns="91440" tIns="45720" rIns="91440" bIns="45720" rtlCol="0"/>
          <a:lstStyle>
            <a:lvl1pPr algn="l" defTabSz="1371408" eaLnBrk="1" fontAlgn="auto" hangingPunct="1">
              <a:spcBef>
                <a:spcPts val="0"/>
              </a:spcBef>
              <a:spcAft>
                <a:spcPts val="0"/>
              </a:spcAft>
              <a:defRPr sz="1200">
                <a:latin typeface="+mn-lt"/>
              </a:defRPr>
            </a:lvl1pPr>
          </a:lstStyle>
          <a:p>
            <a:pPr>
              <a:defRPr/>
            </a:pPr>
            <a:endParaRPr lang="uk-UA"/>
          </a:p>
        </p:txBody>
      </p:sp>
      <p:sp>
        <p:nvSpPr>
          <p:cNvPr id="3" name="Date Placeholder 2">
            <a:extLst>
              <a:ext uri="{FF2B5EF4-FFF2-40B4-BE49-F238E27FC236}">
                <a16:creationId xmlns:a16="http://schemas.microsoft.com/office/drawing/2014/main" id="{41228137-16CC-8DD4-FF85-24C162059AC9}"/>
              </a:ext>
            </a:extLst>
          </p:cNvPr>
          <p:cNvSpPr>
            <a:spLocks noGrp="1"/>
          </p:cNvSpPr>
          <p:nvPr>
            <p:ph type="dt" idx="1"/>
          </p:nvPr>
        </p:nvSpPr>
        <p:spPr>
          <a:xfrm>
            <a:off x="3849688" y="0"/>
            <a:ext cx="2946400" cy="498475"/>
          </a:xfrm>
          <a:prstGeom prst="rect">
            <a:avLst/>
          </a:prstGeom>
        </p:spPr>
        <p:txBody>
          <a:bodyPr vert="horz" lIns="91440" tIns="45720" rIns="91440" bIns="45720" rtlCol="0"/>
          <a:lstStyle>
            <a:lvl1pPr algn="r" defTabSz="1371408" eaLnBrk="1" fontAlgn="auto" hangingPunct="1">
              <a:spcBef>
                <a:spcPts val="0"/>
              </a:spcBef>
              <a:spcAft>
                <a:spcPts val="0"/>
              </a:spcAft>
              <a:defRPr sz="1200">
                <a:latin typeface="+mn-lt"/>
              </a:defRPr>
            </a:lvl1pPr>
          </a:lstStyle>
          <a:p>
            <a:pPr>
              <a:defRPr/>
            </a:pPr>
            <a:fld id="{7D545F65-0909-443C-BCF6-7D5860BA997B}" type="datetimeFigureOut">
              <a:rPr lang="uk-UA"/>
              <a:pPr>
                <a:defRPr/>
              </a:pPr>
              <a:t>03.06.2022</a:t>
            </a:fld>
            <a:endParaRPr lang="uk-UA" dirty="0"/>
          </a:p>
        </p:txBody>
      </p:sp>
      <p:sp>
        <p:nvSpPr>
          <p:cNvPr id="4" name="Slide Image Placeholder 3">
            <a:extLst>
              <a:ext uri="{FF2B5EF4-FFF2-40B4-BE49-F238E27FC236}">
                <a16:creationId xmlns:a16="http://schemas.microsoft.com/office/drawing/2014/main" id="{F0CA12A7-11D8-4772-427C-D4700AA6C278}"/>
              </a:ext>
            </a:extLst>
          </p:cNvPr>
          <p:cNvSpPr>
            <a:spLocks noGrp="1" noRot="1" noChangeAspect="1"/>
          </p:cNvSpPr>
          <p:nvPr>
            <p:ph type="sldImg" idx="2"/>
          </p:nvPr>
        </p:nvSpPr>
        <p:spPr>
          <a:xfrm>
            <a:off x="422275" y="1241425"/>
            <a:ext cx="5953125" cy="3349625"/>
          </a:xfrm>
          <a:prstGeom prst="rect">
            <a:avLst/>
          </a:prstGeom>
          <a:noFill/>
          <a:ln w="12700">
            <a:solidFill>
              <a:prstClr val="black"/>
            </a:solidFill>
          </a:ln>
        </p:spPr>
        <p:txBody>
          <a:bodyPr vert="horz" lIns="91440" tIns="45720" rIns="91440" bIns="45720" rtlCol="0" anchor="ctr"/>
          <a:lstStyle/>
          <a:p>
            <a:pPr lvl="0"/>
            <a:endParaRPr lang="uk-UA" noProof="0" dirty="0"/>
          </a:p>
        </p:txBody>
      </p:sp>
      <p:sp>
        <p:nvSpPr>
          <p:cNvPr id="5" name="Notes Placeholder 4">
            <a:extLst>
              <a:ext uri="{FF2B5EF4-FFF2-40B4-BE49-F238E27FC236}">
                <a16:creationId xmlns:a16="http://schemas.microsoft.com/office/drawing/2014/main" id="{6BAA89AE-5DDE-6DA1-E69E-849EBCCFDAE3}"/>
              </a:ext>
            </a:extLst>
          </p:cNvPr>
          <p:cNvSpPr>
            <a:spLocks noGrp="1"/>
          </p:cNvSpPr>
          <p:nvPr>
            <p:ph type="body" sz="quarter" idx="3"/>
          </p:nvPr>
        </p:nvSpPr>
        <p:spPr>
          <a:xfrm>
            <a:off x="679450" y="4776788"/>
            <a:ext cx="5438775" cy="3908425"/>
          </a:xfrm>
          <a:prstGeom prst="rect">
            <a:avLst/>
          </a:prstGeom>
        </p:spPr>
        <p:txBody>
          <a:bodyPr vert="horz" lIns="91440" tIns="45720" rIns="91440" bIns="45720" rtlCol="0"/>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endParaRPr lang="uk-UA" noProof="0"/>
          </a:p>
        </p:txBody>
      </p:sp>
      <p:sp>
        <p:nvSpPr>
          <p:cNvPr id="6" name="Footer Placeholder 5">
            <a:extLst>
              <a:ext uri="{FF2B5EF4-FFF2-40B4-BE49-F238E27FC236}">
                <a16:creationId xmlns:a16="http://schemas.microsoft.com/office/drawing/2014/main" id="{E33E8EA2-725D-7483-CCD2-B0AAD9843B20}"/>
              </a:ext>
            </a:extLst>
          </p:cNvPr>
          <p:cNvSpPr>
            <a:spLocks noGrp="1"/>
          </p:cNvSpPr>
          <p:nvPr>
            <p:ph type="ftr" sz="quarter" idx="4"/>
          </p:nvPr>
        </p:nvSpPr>
        <p:spPr>
          <a:xfrm>
            <a:off x="0" y="9428163"/>
            <a:ext cx="2946400" cy="498475"/>
          </a:xfrm>
          <a:prstGeom prst="rect">
            <a:avLst/>
          </a:prstGeom>
        </p:spPr>
        <p:txBody>
          <a:bodyPr vert="horz" lIns="91440" tIns="45720" rIns="91440" bIns="45720" rtlCol="0" anchor="b"/>
          <a:lstStyle>
            <a:lvl1pPr algn="l" defTabSz="1371408" eaLnBrk="1" fontAlgn="auto" hangingPunct="1">
              <a:spcBef>
                <a:spcPts val="0"/>
              </a:spcBef>
              <a:spcAft>
                <a:spcPts val="0"/>
              </a:spcAft>
              <a:defRPr sz="1200">
                <a:latin typeface="+mn-lt"/>
              </a:defRPr>
            </a:lvl1pPr>
          </a:lstStyle>
          <a:p>
            <a:pPr>
              <a:defRPr/>
            </a:pPr>
            <a:endParaRPr lang="uk-UA"/>
          </a:p>
        </p:txBody>
      </p:sp>
      <p:sp>
        <p:nvSpPr>
          <p:cNvPr id="7" name="Slide Number Placeholder 6">
            <a:extLst>
              <a:ext uri="{FF2B5EF4-FFF2-40B4-BE49-F238E27FC236}">
                <a16:creationId xmlns:a16="http://schemas.microsoft.com/office/drawing/2014/main" id="{87A1E2AA-4CFE-2349-63E5-EBE5A86D2E91}"/>
              </a:ext>
            </a:extLst>
          </p:cNvPr>
          <p:cNvSpPr>
            <a:spLocks noGrp="1"/>
          </p:cNvSpPr>
          <p:nvPr>
            <p:ph type="sldNum" sz="quarter" idx="5"/>
          </p:nvPr>
        </p:nvSpPr>
        <p:spPr>
          <a:xfrm>
            <a:off x="3849688" y="9428163"/>
            <a:ext cx="2946400" cy="498475"/>
          </a:xfrm>
          <a:prstGeom prst="rect">
            <a:avLst/>
          </a:prstGeom>
        </p:spPr>
        <p:txBody>
          <a:bodyPr vert="horz" lIns="91440" tIns="45720" rIns="91440" bIns="45720" rtlCol="0" anchor="b"/>
          <a:lstStyle>
            <a:lvl1pPr algn="r" defTabSz="1371408" eaLnBrk="1" fontAlgn="auto" hangingPunct="1">
              <a:spcBef>
                <a:spcPts val="0"/>
              </a:spcBef>
              <a:spcAft>
                <a:spcPts val="0"/>
              </a:spcAft>
              <a:defRPr sz="1200">
                <a:latin typeface="+mn-lt"/>
              </a:defRPr>
            </a:lvl1pPr>
          </a:lstStyle>
          <a:p>
            <a:pPr>
              <a:defRPr/>
            </a:pPr>
            <a:fld id="{33AF5261-4918-4390-B9C0-F62571109FF2}" type="slidenum">
              <a:rPr lang="uk-UA"/>
              <a:pPr>
                <a:defRPr/>
              </a:pPr>
              <a:t>‹Nº›</a:t>
            </a:fld>
            <a:endParaRPr lang="uk-UA" dirty="0"/>
          </a:p>
        </p:txBody>
      </p:sp>
    </p:spTree>
  </p:cSld>
  <p:clrMap bg1="lt1" tx1="dk1" bg2="lt2" tx2="dk2" accent1="accent1" accent2="accent2" accent3="accent3" accent4="accent4" accent5="accent5" accent6="accent6" hlink="hlink" folHlink="folHlink"/>
  <p:notesStyle>
    <a:lvl1pPr algn="l" defTabSz="912813" rtl="0" eaLnBrk="0" fontAlgn="base" hangingPunct="0">
      <a:spcBef>
        <a:spcPct val="30000"/>
      </a:spcBef>
      <a:spcAft>
        <a:spcPct val="0"/>
      </a:spcAft>
      <a:defRPr sz="1200" kern="1200">
        <a:solidFill>
          <a:schemeClr val="tx1"/>
        </a:solidFill>
        <a:latin typeface="+mn-lt"/>
        <a:ea typeface="+mn-ea"/>
        <a:cs typeface="+mn-cs"/>
      </a:defRPr>
    </a:lvl1pPr>
    <a:lvl2pPr marL="455613" algn="l" defTabSz="912813" rtl="0" eaLnBrk="0" fontAlgn="base" hangingPunct="0">
      <a:spcBef>
        <a:spcPct val="30000"/>
      </a:spcBef>
      <a:spcAft>
        <a:spcPct val="0"/>
      </a:spcAft>
      <a:defRPr sz="1200" kern="1200">
        <a:solidFill>
          <a:schemeClr val="tx1"/>
        </a:solidFill>
        <a:latin typeface="+mn-lt"/>
        <a:ea typeface="+mn-ea"/>
        <a:cs typeface="+mn-cs"/>
      </a:defRPr>
    </a:lvl2pPr>
    <a:lvl3pPr marL="912813" algn="l" defTabSz="912813" rtl="0" eaLnBrk="0" fontAlgn="base" hangingPunct="0">
      <a:spcBef>
        <a:spcPct val="30000"/>
      </a:spcBef>
      <a:spcAft>
        <a:spcPct val="0"/>
      </a:spcAft>
      <a:defRPr sz="1200" kern="1200">
        <a:solidFill>
          <a:schemeClr val="tx1"/>
        </a:solidFill>
        <a:latin typeface="+mn-lt"/>
        <a:ea typeface="+mn-ea"/>
        <a:cs typeface="+mn-cs"/>
      </a:defRPr>
    </a:lvl3pPr>
    <a:lvl4pPr marL="1370013" algn="l" defTabSz="912813" rtl="0" eaLnBrk="0" fontAlgn="base" hangingPunct="0">
      <a:spcBef>
        <a:spcPct val="30000"/>
      </a:spcBef>
      <a:spcAft>
        <a:spcPct val="0"/>
      </a:spcAft>
      <a:defRPr sz="1200" kern="1200">
        <a:solidFill>
          <a:schemeClr val="tx1"/>
        </a:solidFill>
        <a:latin typeface="+mn-lt"/>
        <a:ea typeface="+mn-ea"/>
        <a:cs typeface="+mn-cs"/>
      </a:defRPr>
    </a:lvl4pPr>
    <a:lvl5pPr marL="1827213" algn="l" defTabSz="912813" rtl="0" eaLnBrk="0" fontAlgn="base" hangingPunct="0">
      <a:spcBef>
        <a:spcPct val="30000"/>
      </a:spcBef>
      <a:spcAft>
        <a:spcPct val="0"/>
      </a:spcAft>
      <a:defRPr sz="1200" kern="1200">
        <a:solidFill>
          <a:schemeClr val="tx1"/>
        </a:solidFill>
        <a:latin typeface="+mn-lt"/>
        <a:ea typeface="+mn-ea"/>
        <a:cs typeface="+mn-cs"/>
      </a:defRPr>
    </a:lvl5pPr>
    <a:lvl6pPr marL="2285680" algn="l" defTabSz="914272" rtl="0" eaLnBrk="1" latinLnBrk="0" hangingPunct="1">
      <a:defRPr sz="1200" kern="1200">
        <a:solidFill>
          <a:schemeClr val="tx1"/>
        </a:solidFill>
        <a:latin typeface="+mn-lt"/>
        <a:ea typeface="+mn-ea"/>
        <a:cs typeface="+mn-cs"/>
      </a:defRPr>
    </a:lvl6pPr>
    <a:lvl7pPr marL="2742815" algn="l" defTabSz="914272" rtl="0" eaLnBrk="1" latinLnBrk="0" hangingPunct="1">
      <a:defRPr sz="1200" kern="1200">
        <a:solidFill>
          <a:schemeClr val="tx1"/>
        </a:solidFill>
        <a:latin typeface="+mn-lt"/>
        <a:ea typeface="+mn-ea"/>
        <a:cs typeface="+mn-cs"/>
      </a:defRPr>
    </a:lvl7pPr>
    <a:lvl8pPr marL="3199952" algn="l" defTabSz="914272" rtl="0" eaLnBrk="1" latinLnBrk="0" hangingPunct="1">
      <a:defRPr sz="1200" kern="1200">
        <a:solidFill>
          <a:schemeClr val="tx1"/>
        </a:solidFill>
        <a:latin typeface="+mn-lt"/>
        <a:ea typeface="+mn-ea"/>
        <a:cs typeface="+mn-cs"/>
      </a:defRPr>
    </a:lvl8pPr>
    <a:lvl9pPr marL="3657087" algn="l" defTabSz="914272"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362" name="Marcador de imagen de diapositiva 1">
            <a:extLst>
              <a:ext uri="{FF2B5EF4-FFF2-40B4-BE49-F238E27FC236}">
                <a16:creationId xmlns:a16="http://schemas.microsoft.com/office/drawing/2014/main" id="{B824B30B-386B-B4E1-CB83-1728B3037694}"/>
              </a:ext>
            </a:extLst>
          </p:cNvPr>
          <p:cNvSpPr>
            <a:spLocks noGrp="1" noRot="1" noChangeAspect="1" noChangeArrowheads="1" noTextEdit="1"/>
          </p:cNvSpPr>
          <p:nvPr>
            <p:ph type="sldImg"/>
          </p:nvPr>
        </p:nvSpPr>
        <p:spPr bwMode="auto">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15363" name="Marcador de notas 2">
            <a:extLst>
              <a:ext uri="{FF2B5EF4-FFF2-40B4-BE49-F238E27FC236}">
                <a16:creationId xmlns:a16="http://schemas.microsoft.com/office/drawing/2014/main" id="{6541F02F-8AFC-4B47-5F29-E2C7CD62B47B}"/>
              </a:ext>
            </a:extLst>
          </p:cNvPr>
          <p:cNvSpPr>
            <a:spLocks noGrp="1" noChangeArrowheads="1"/>
          </p:cNvSpPr>
          <p:nvPr>
            <p:ph type="body" idx="1"/>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t" anchorCtr="0" compatLnSpc="1">
            <a:prstTxWarp prst="textNoShape">
              <a:avLst/>
            </a:prstTxWarp>
          </a:bodyPr>
          <a:lstStyle/>
          <a:p>
            <a:r>
              <a:t>El coste es donde los finalistas se separan claramente. XGBoost entrena en 18 segundos; Random Forest necesita entre 527 y más de 1.500 segundos, porque el resampling agranda el conjunto de entrenamiento. Es decir, XGBoost es unas 29 veces más rápido con mejor AUC-PR. En inferencia todos son viables en tiempo real, por debajo de 0,002 ms por transacción. En un banco esto importa para el reentrenamiento periódico frente a la deriva del fraude. Los tiempos se midieron en el mismo equipo: i7 de 13.ª generación y 64 GB de RAM. (~40 s)</a:t>
            </a:r>
          </a:p>
        </p:txBody>
      </p:sp>
      <p:sp>
        <p:nvSpPr>
          <p:cNvPr id="15364" name="Marcador de número de diapositiva 3">
            <a:extLst>
              <a:ext uri="{FF2B5EF4-FFF2-40B4-BE49-F238E27FC236}">
                <a16:creationId xmlns:a16="http://schemas.microsoft.com/office/drawing/2014/main" id="{545DF2BF-848B-5319-8BBA-23C84B714651}"/>
              </a:ext>
            </a:extLst>
          </p:cNvPr>
          <p:cNvSpPr>
            <a:spLocks noGrp="1" noChangeArrowheads="1"/>
          </p:cNvSpPr>
          <p:nvPr>
            <p:ph type="sldNum" sz="quarter" idx="5"/>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Ctr="0" compatLnSpc="1">
            <a:prstTxWarp prst="textNoShape">
              <a:avLst/>
            </a:prstTxWarp>
          </a:bodyPr>
          <a:lstStyle>
            <a:lvl1pPr>
              <a:defRPr sz="2700">
                <a:solidFill>
                  <a:schemeClr val="tx1"/>
                </a:solidFill>
                <a:latin typeface="Franklin Gothic Book" panose="020B0503020102020204" pitchFamily="34" charset="0"/>
              </a:defRPr>
            </a:lvl1pPr>
            <a:lvl2pPr marL="742950" indent="-285750">
              <a:defRPr sz="2700">
                <a:solidFill>
                  <a:schemeClr val="tx1"/>
                </a:solidFill>
                <a:latin typeface="Franklin Gothic Book" panose="020B0503020102020204" pitchFamily="34" charset="0"/>
              </a:defRPr>
            </a:lvl2pPr>
            <a:lvl3pPr marL="1143000" indent="-228600">
              <a:defRPr sz="2700">
                <a:solidFill>
                  <a:schemeClr val="tx1"/>
                </a:solidFill>
                <a:latin typeface="Franklin Gothic Book" panose="020B0503020102020204" pitchFamily="34" charset="0"/>
              </a:defRPr>
            </a:lvl3pPr>
            <a:lvl4pPr marL="1600200" indent="-228600">
              <a:defRPr sz="2700">
                <a:solidFill>
                  <a:schemeClr val="tx1"/>
                </a:solidFill>
                <a:latin typeface="Franklin Gothic Book" panose="020B0503020102020204" pitchFamily="34" charset="0"/>
              </a:defRPr>
            </a:lvl4pPr>
            <a:lvl5pPr marL="2057400" indent="-228600">
              <a:defRPr sz="2700">
                <a:solidFill>
                  <a:schemeClr val="tx1"/>
                </a:solidFill>
                <a:latin typeface="Franklin Gothic Book" panose="020B0503020102020204" pitchFamily="34" charset="0"/>
              </a:defRPr>
            </a:lvl5pPr>
            <a:lvl6pPr marL="2514600" indent="-228600" defTabSz="1370013" eaLnBrk="0" fontAlgn="base" hangingPunct="0">
              <a:spcBef>
                <a:spcPct val="0"/>
              </a:spcBef>
              <a:spcAft>
                <a:spcPct val="0"/>
              </a:spcAft>
              <a:defRPr sz="2700">
                <a:solidFill>
                  <a:schemeClr val="tx1"/>
                </a:solidFill>
                <a:latin typeface="Franklin Gothic Book" panose="020B0503020102020204" pitchFamily="34" charset="0"/>
              </a:defRPr>
            </a:lvl6pPr>
            <a:lvl7pPr marL="2971800" indent="-228600" defTabSz="1370013" eaLnBrk="0" fontAlgn="base" hangingPunct="0">
              <a:spcBef>
                <a:spcPct val="0"/>
              </a:spcBef>
              <a:spcAft>
                <a:spcPct val="0"/>
              </a:spcAft>
              <a:defRPr sz="2700">
                <a:solidFill>
                  <a:schemeClr val="tx1"/>
                </a:solidFill>
                <a:latin typeface="Franklin Gothic Book" panose="020B0503020102020204" pitchFamily="34" charset="0"/>
              </a:defRPr>
            </a:lvl7pPr>
            <a:lvl8pPr marL="3429000" indent="-228600" defTabSz="1370013" eaLnBrk="0" fontAlgn="base" hangingPunct="0">
              <a:spcBef>
                <a:spcPct val="0"/>
              </a:spcBef>
              <a:spcAft>
                <a:spcPct val="0"/>
              </a:spcAft>
              <a:defRPr sz="2700">
                <a:solidFill>
                  <a:schemeClr val="tx1"/>
                </a:solidFill>
                <a:latin typeface="Franklin Gothic Book" panose="020B0503020102020204" pitchFamily="34" charset="0"/>
              </a:defRPr>
            </a:lvl8pPr>
            <a:lvl9pPr marL="3886200" indent="-228600" defTabSz="1370013" eaLnBrk="0" fontAlgn="base" hangingPunct="0">
              <a:spcBef>
                <a:spcPct val="0"/>
              </a:spcBef>
              <a:spcAft>
                <a:spcPct val="0"/>
              </a:spcAft>
              <a:defRPr sz="2700">
                <a:solidFill>
                  <a:schemeClr val="tx1"/>
                </a:solidFill>
                <a:latin typeface="Franklin Gothic Book" panose="020B0503020102020204" pitchFamily="34" charset="0"/>
              </a:defRPr>
            </a:lvl9pPr>
          </a:lstStyle>
          <a:p>
            <a:pPr defTabSz="1370013" fontAlgn="base">
              <a:spcBef>
                <a:spcPct val="0"/>
              </a:spcBef>
              <a:spcAft>
                <a:spcPct val="0"/>
              </a:spcAft>
            </a:pPr>
            <a:fld id="{4547243F-E2FC-4499-8006-0A69DCED7A00}" type="slidenum">
              <a:rPr lang="uk-UA" altLang="es-ES" sz="1200" smtClean="0">
                <a:latin typeface="Calibri" panose="020F0502020204030204" pitchFamily="34" charset="0"/>
              </a:rPr>
              <a:pPr defTabSz="1370013" fontAlgn="base">
                <a:spcBef>
                  <a:spcPct val="0"/>
                </a:spcBef>
                <a:spcAft>
                  <a:spcPct val="0"/>
                </a:spcAft>
              </a:pPr>
              <a:t>5</a:t>
            </a:fld>
            <a:endParaRPr lang="uk-UA" altLang="es-ES" sz="1200">
              <a:latin typeface="Calibri" panose="020F0502020204030204" pitchFamily="34" charset="0"/>
            </a:endParaRPr>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Buenos días, miembros del tribunal. Mi nombre es Dany Xavier Lucas Garcia y presento mi Trabajo Fin de Máster, dirigido por David Jiménez Cabello. El trabajo compara cinco modelos de aprendizaje automático supervisado para detectar fraude con tarjetas de crédito, analizando cómo influye el tratamiento del desbalance de clases, cómo se explican las decisiones con SHAP, cuánto cuesta computacionalmente cada opción y si el protocolo se sostiene en un segundo dataset (IEEE-CIS). (~20 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presentación sigue cuatro bloques: primero el problema y los objetivos; después el protocolo experimental; luego los resultados sobre ULB, el análisis SHAP, el coste computacional y la validación externa; y finalmente las conclusiones, el aporte al sector financiero y las líneas futuras. (~15 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¿Por qué este problema? Tres cifras. En 2023 el fraude con tarjetas costó 33.830 millones de dólares en el mundo, y el fraude sin tarjeta presente, el del comercio electrónico, podría llegar a 49.000 millones en 2030. En Ecuador, la digitalización bancaria amplía esa superficie de riesgo. El reto técnico es que el fraude es rarísimo: en el dataset ULB solo el 0,173 %. Un modelo que diga siempre 'legítima' acierta el 99,83 % y no detecta ni un fraude; por eso la accuracy no sirve y usamos AUC-PR. (~45 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pregunta de investigación es qué modelo ofrece el mejor equilibrio entre detectar fraude, poder explicarlo y hacerlo con un coste razonable, y si el protocolo sigue siendo útil en otro dominio. El objetivo general no es construir un sistema de producción, sino un protocolo riguroso y reproducible que sirva de referencia. Se desglosa en siete objetivos específicos (capítulo 3) que se agrupan en cuatro ejes: comparativa, desbalance, interpretabilidad y coste, y validación externa. (~40 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trabajo aporta cuatro cosas frente al estado del arte. Una comparativa sistemática que incluye LightGBM y ADASYN bajo el mismo protocolo; SHAP integrado en el protocolo, no como algo añadido al final; la medición explícita del coste computacional, casi ausente en los estudios revisados; y la validación externa sobre IEEE-CIS, que no aparece en los estudios comparativos revisados sobre ULB. Esta última es la más diferenciadora. (~40 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Usé dos datasets públicos de Kaggle. ULB es el benchmark más citado: 284.807 transacciones reales de tarjetas europeas, con 28 variables anonimizadas por PCA, y un desbalance de 578 a 1. IEEE-CIS es más complejo: casi 600.000 transacciones de comercio electrónico, 434 variables con información de dispositivo y muchos valores faltantes, y un 3,5 % de fraude. ULB sirve para la comparativa principal; IEEE-CIS para comprobar si el protocolo se sostiene en otro dominio. (~40 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protocolo tiene cinco pasos. Primero, un análisis exploratorio. Segundo, una partición estratificada 80/20 que conserva el 0,17 % de fraude en ambos lados. Tercero, la optimización de hiperparámetros con GridSearchCV y validación cruzada de 5 folds, optimizando AUC-PR. El punto clave: SMOTE y ADASYN se aplican dentro de cada fold usando el ImbPipeline de imbalanced-learn, nunca antes de dividir, para evitar data leakage, un error frecuente en la literatura. Cuarto, el test se usa una sola vez. Quinto, análisis SHAP, de coste y validación externa. (~50 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cinco modelos cubren el espectro: dos de referencia interpretables (regresión logística y árbol), un ensemble por bagging (Random Forest) y dos de gradient boosting (XGBoost y LightGBM). Cada uno con tres estrategias: sin resampling (usando los pesos de clase internos: class_weight, scale_pos_weight o is_unbalance), SMOTE y ADASYN. La métrica principal es AUC-PR porque, a diferencia de AUC-ROC, no se infla con los miles de verdaderos negativos. Descarté el undersampling porque con 578:1 eliminaría más del 99 % de las legítimas. (~45 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EDA confirma tres cosas. El desbalance extremo. Un patrón de importes interesante: la media del fraude es mayor, pero la mediana es menor, porque hay muchos fraudes de menos de 1 euro, probablemente pruebas para comprobar que la tarjeta funciona antes del fraude grande; esto se ve en el salto de la curva roja. Y que el fraude no sigue el ritmo diurno de las compras legítimas. Entre las variables PCA destacan V14, V17, V12 y V10, que luego SHAP confirma. No hay valores faltantes. (~40 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Esta tabla resume las 15 combinaciones (muestro 9, ordenadas por AUC-PR). Los dos finalistas, resaltados, son XGBoost sin resampling, con AUC-PR 0,883, y Random Forest con SMOTE, 0,876. Ambos detectan 82 de los 98 fraudes del test, con solo 11 y 14 falsas alarmas entre casi 57.000 transacciones legítimas. Fíjense en la regresión logística: detecta 90 fraudes, pero genera 4.886 falsas alarmas: operativamente inviable. Por eso no basta con el Recall y la métrica principal es AUC-PR. (~45 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heatmap muestra que el efecto del resampling depende del modelo. XGBoost funciona mejor sin resampling: su parámetro scale_pos_weight ya pondera el fraude, y los datos sintéticos alteran la estructura PCA. Random Forest, en cambio, sí se beneficia de SMOTE. El árbol individual es el más inestable. Y LightGBM sin resampling dio un resultado anómalo, 0,12; repetí el experimento con is_unbalance=False y subió a 0,65, confirmando que la causa es ese parámetro y no un error de código. En la figura, 'nan' equivale a 'sin tratamiento'. (~45 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resumen, los dos finalistas son casi empatados en AUC-PR: 0,883 frente a 0,876. Ambos detectan el 84 % de los fraudes del test. Lo que los diferencia es el coste y las falsas alarmas: XGBoost solo molesta a 11 clientes legítimos de casi 57.000. Con 98 fraudes en test, cada fraude vale cerca de un punto de Recall, así que la diferencia de 0,007 en AUC-PR hay que leerla con prudencia. (~30 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SHAP asigna a cada variable su contribución a la predicción, basándose en los valores de Shapley de la teoría de juegos. Ambos modelos coinciden en las variables clave: V14, V4, V12 y V10. XGBoost concentra más la señal en V14, por la naturaleza secuencial del boosting; Random Forest la reparte más. Las escalas no son comparables entre modelos: XGBoost se explica en log-odds y Random Forest en probabilidad. Como las variables son PCA anonimizadas, no puedo decir qué comportamiento real representa V14; con datos reales de un banco sí tendría significado de negocio. (~45 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Además de la vista global, SHAP explica cada decisión. Aquí una transacción fraudulenta real que XGBoost detectó con probabilidad 1. El modelo parte de un valor base y cada variable suma o resta: V14 aporta la mayor parte, seguida de V10 y V4, y solo V28 y V5 restan. Ninguna variable decide sola: el modelo combina varias señales. Para un banco en Ecuador esto es clave: si se bloquea una transacción, se puede justificar ante el cliente, auditoría interna o la Superintendencia de Bancos, en línea con la Ley Orgánica de Protección de Datos Personales. (~45 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Para la validación externa reentrené los dos finalistas en IEEE-CIS. Importante: no se transfiere el modelo, porque las variables son distintas; se transfiere el protocolo. El AUC-PR baja a 0,61–0,62, que sigue siendo muy superior al azar (0,035, la tasa de fraude). Tres hallazgos: el ranking se invierte y Random Forest supera ligeramente a XGBoost; ambos modelos tienen perfiles opuestos (XGBoost detecta más pero con muchas falsas alarmas; Random Forest es preciso pero deja escapar más de la mitad); y el AUC-ROC casi no cambia, lo que muestra que habría ocultado el problema. Los escenarios A y B dieron lo mismo porque la búsqueda convergió a la misma configuración. Los deltas deben leerse con cautela por las diferentes tasas de fraude. (~60 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Cuatro conclusiones. Primera: en ULB, XGBoost sin resampling ofrece el mejor equilibrio rendimiento-coste. Segunda: el resampling no es una receta universal; depende de si el modelo ya compensa internamente el desbalance. Tercera: SHAP hace auditables las decisiones. Cuarta, y quizá la más importante para la práctica: el mejor modelo en un benchmark no lo es necesariamente en otro dominio, así que la aportación principal no es un modelo, sino un protocolo replicable para elegirlo con datos propios. (~45 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¿Qué aporta esto fuera de la academia? A la sociedad: menos fraude y menos clientes legítimos bloqueados sin motivo, con decisiones que se pueden explicar. A la banca: un criterio de selección claro, que mide falsas alarmas y coste además de detección, y un pipeline sin fuga de datos reutilizable. En mi trabajo en el banco, este protocolo se puede aplicar directamente sobre datos internos para comparar modelos antes de un piloto. Y para Ecuador: la interpretabilidad con SHAP encaja con las exigencias de trazabilidad de la Superintendencia de Bancos y la Ley de Protección de Datos. (~45 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Soy consciente de las limitaciones. ULB es de 2013 y sus variables PCA no permiten interpretar el negocio. El preprocesamiento de IEEE-CIS fue genérico. SHAP se calculó sobre 2.000 transacciones. Y los resultados vienen de una sola partición y semilla, por lo que hablar de robustez en sentido general requeriría repetir con varias semillas y un tercer dominio. Por eso en la memoria las conclusiones están acotadas al contexto experimental. (~35 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Como trabajo futuro propongo cinco líneas: aplicar el protocolo a datos más recientes como el Bank Account Fraud Dataset; un preprocesamiento específico para IEEE-CIS; usar SHAP sobre los falsos negativos para diseñar reglas complementarias; incorporar variables de comportamiento temporal del titular; y, la más relevante para mí, validar el protocolo con datos reales de una entidad financiera ecuatoriana. (~30 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Muchas gracias por su atención. Quedo a disposición del tribunal para sus preguntas.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IMG-SLIDE OPT-8">
    <p:spTree>
      <p:nvGrpSpPr>
        <p:cNvPr id="1" name=""/>
        <p:cNvGrpSpPr/>
        <p:nvPr/>
      </p:nvGrpSpPr>
      <p:grpSpPr>
        <a:xfrm>
          <a:off x="0" y="0"/>
          <a:ext cx="0" cy="0"/>
          <a:chOff x="0" y="0"/>
          <a:chExt cx="0" cy="0"/>
        </a:xfrm>
      </p:grpSpPr>
      <p:cxnSp>
        <p:nvCxnSpPr>
          <p:cNvPr id="4" name="Straight Connector 1">
            <a:extLst>
              <a:ext uri="{FF2B5EF4-FFF2-40B4-BE49-F238E27FC236}">
                <a16:creationId xmlns:a16="http://schemas.microsoft.com/office/drawing/2014/main" id="{E83B7476-743D-CD43-5664-5C358FF80CF8}"/>
              </a:ext>
            </a:extLst>
          </p:cNvPr>
          <p:cNvCxnSpPr/>
          <p:nvPr userDrawn="1"/>
        </p:nvCxnSpPr>
        <p:spPr>
          <a:xfrm>
            <a:off x="704850" y="685800"/>
            <a:ext cx="0" cy="1028700"/>
          </a:xfrm>
          <a:prstGeom prst="line">
            <a:avLst/>
          </a:prstGeom>
          <a:ln w="63500">
            <a:solidFill>
              <a:schemeClr val="accent1"/>
            </a:solidFill>
            <a:headEnd type="none"/>
            <a:tailEnd type="none"/>
          </a:ln>
        </p:spPr>
        <p:style>
          <a:lnRef idx="1">
            <a:schemeClr val="accent1"/>
          </a:lnRef>
          <a:fillRef idx="0">
            <a:schemeClr val="accent1"/>
          </a:fillRef>
          <a:effectRef idx="0">
            <a:schemeClr val="accent1"/>
          </a:effectRef>
          <a:fontRef idx="minor">
            <a:schemeClr val="tx1"/>
          </a:fontRef>
        </p:style>
      </p:cxnSp>
      <p:sp>
        <p:nvSpPr>
          <p:cNvPr id="8" name="Title 7"/>
          <p:cNvSpPr>
            <a:spLocks noGrp="1"/>
          </p:cNvSpPr>
          <p:nvPr>
            <p:ph type="title"/>
          </p:nvPr>
        </p:nvSpPr>
        <p:spPr>
          <a:xfrm>
            <a:off x="876300" y="571412"/>
            <a:ext cx="5448301" cy="1322399"/>
          </a:xfrm>
          <a:prstGeom prst="rect">
            <a:avLst/>
          </a:prstGeom>
          <a:noFill/>
        </p:spPr>
        <p:txBody>
          <a:bodyPr wrap="square" lIns="91428" tIns="45713" rIns="91428" bIns="45713" rtlCol="0">
            <a:spAutoFit/>
          </a:bodyPr>
          <a:lstStyle>
            <a:lvl1pPr>
              <a:defRPr lang="uk-UA" sz="4400" b="1">
                <a:solidFill>
                  <a:srgbClr val="219BC3"/>
                </a:solidFill>
                <a:latin typeface="+mn-lt"/>
                <a:ea typeface="Roboto Condensed" panose="02000000000000000000" pitchFamily="2" charset="0"/>
                <a:cs typeface="+mn-cs"/>
              </a:defRPr>
            </a:lvl1pPr>
          </a:lstStyle>
          <a:p>
            <a:pPr lvl="0"/>
            <a:r>
              <a:rPr lang="es-ES" noProof="0"/>
              <a:t>Haga clic para modificar el estilo de título del patrón</a:t>
            </a:r>
            <a:endParaRPr lang="es-ES_tradnl" noProof="0"/>
          </a:p>
        </p:txBody>
      </p:sp>
      <p:sp>
        <p:nvSpPr>
          <p:cNvPr id="6" name="Picture Placeholder 5"/>
          <p:cNvSpPr>
            <a:spLocks noGrp="1"/>
          </p:cNvSpPr>
          <p:nvPr>
            <p:ph type="pic" sz="quarter" idx="11"/>
          </p:nvPr>
        </p:nvSpPr>
        <p:spPr>
          <a:xfrm>
            <a:off x="0" y="2400300"/>
            <a:ext cx="9144000" cy="5486400"/>
          </a:xfrm>
          <a:prstGeom prst="rect">
            <a:avLst/>
          </a:prstGeom>
        </p:spPr>
        <p:txBody>
          <a:bodyPr lIns="91428" tIns="45713" rIns="91428" bIns="45713"/>
          <a:lstStyle/>
          <a:p>
            <a:pPr lvl="0"/>
            <a:endParaRPr lang="es-ES_tradnl" noProof="0"/>
          </a:p>
        </p:txBody>
      </p:sp>
    </p:spTree>
    <p:extLst>
      <p:ext uri="{BB962C8B-B14F-4D97-AF65-F5344CB8AC3E}">
        <p14:creationId xmlns:p14="http://schemas.microsoft.com/office/powerpoint/2010/main" val="1132184249"/>
      </p:ext>
    </p:extLst>
  </p:cSld>
  <p:clrMapOvr>
    <a:masterClrMapping/>
  </p:clrMapOvr>
  <p:transition spd="slow">
    <p:fade/>
  </p:transition>
  <p:hf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EAM OPT-1">
    <p:spTree>
      <p:nvGrpSpPr>
        <p:cNvPr id="1" name=""/>
        <p:cNvGrpSpPr/>
        <p:nvPr/>
      </p:nvGrpSpPr>
      <p:grpSpPr>
        <a:xfrm>
          <a:off x="0" y="0"/>
          <a:ext cx="0" cy="0"/>
          <a:chOff x="0" y="0"/>
          <a:chExt cx="0" cy="0"/>
        </a:xfrm>
      </p:grpSpPr>
      <p:cxnSp>
        <p:nvCxnSpPr>
          <p:cNvPr id="4" name="Straight Connector 1">
            <a:extLst>
              <a:ext uri="{FF2B5EF4-FFF2-40B4-BE49-F238E27FC236}">
                <a16:creationId xmlns:a16="http://schemas.microsoft.com/office/drawing/2014/main" id="{C5BE1A31-B02F-3C0B-5776-781B8E066A45}"/>
              </a:ext>
            </a:extLst>
          </p:cNvPr>
          <p:cNvCxnSpPr/>
          <p:nvPr userDrawn="1"/>
        </p:nvCxnSpPr>
        <p:spPr>
          <a:xfrm>
            <a:off x="704850" y="685800"/>
            <a:ext cx="0" cy="1028700"/>
          </a:xfrm>
          <a:prstGeom prst="line">
            <a:avLst/>
          </a:prstGeom>
          <a:ln w="63500">
            <a:solidFill>
              <a:schemeClr val="accent1"/>
            </a:solidFill>
            <a:headEnd type="none"/>
            <a:tailEnd type="none"/>
          </a:ln>
        </p:spPr>
        <p:style>
          <a:lnRef idx="1">
            <a:schemeClr val="accent1"/>
          </a:lnRef>
          <a:fillRef idx="0">
            <a:schemeClr val="accent1"/>
          </a:fillRef>
          <a:effectRef idx="0">
            <a:schemeClr val="accent1"/>
          </a:effectRef>
          <a:fontRef idx="minor">
            <a:schemeClr val="tx1"/>
          </a:fontRef>
        </p:style>
      </p:cxnSp>
      <p:sp>
        <p:nvSpPr>
          <p:cNvPr id="8" name="Title 7"/>
          <p:cNvSpPr>
            <a:spLocks noGrp="1"/>
          </p:cNvSpPr>
          <p:nvPr>
            <p:ph type="title"/>
          </p:nvPr>
        </p:nvSpPr>
        <p:spPr>
          <a:xfrm>
            <a:off x="876300" y="571412"/>
            <a:ext cx="5448301" cy="1322399"/>
          </a:xfrm>
          <a:prstGeom prst="rect">
            <a:avLst/>
          </a:prstGeom>
          <a:noFill/>
        </p:spPr>
        <p:txBody>
          <a:bodyPr wrap="square" lIns="91428" tIns="45713" rIns="91428" bIns="45713" rtlCol="0">
            <a:spAutoFit/>
          </a:bodyPr>
          <a:lstStyle>
            <a:lvl1pPr>
              <a:defRPr lang="uk-UA" sz="4400" b="1">
                <a:solidFill>
                  <a:srgbClr val="219BC3"/>
                </a:solidFill>
                <a:latin typeface="+mn-lt"/>
                <a:ea typeface="Roboto Condensed" panose="02000000000000000000" pitchFamily="2" charset="0"/>
                <a:cs typeface="+mn-cs"/>
              </a:defRPr>
            </a:lvl1pPr>
          </a:lstStyle>
          <a:p>
            <a:pPr lvl="0"/>
            <a:r>
              <a:rPr lang="es-ES" noProof="0"/>
              <a:t>Haga clic para modificar el estilo de título del patrón</a:t>
            </a:r>
            <a:endParaRPr lang="es-ES_tradnl" noProof="0" dirty="0"/>
          </a:p>
        </p:txBody>
      </p:sp>
      <p:sp>
        <p:nvSpPr>
          <p:cNvPr id="11" name="Picture Placeholder 12"/>
          <p:cNvSpPr>
            <a:spLocks noGrp="1"/>
          </p:cNvSpPr>
          <p:nvPr>
            <p:ph type="pic" sz="quarter" idx="11"/>
          </p:nvPr>
        </p:nvSpPr>
        <p:spPr>
          <a:xfrm>
            <a:off x="2532888" y="2587752"/>
            <a:ext cx="2706624" cy="2706624"/>
          </a:xfrm>
          <a:prstGeom prst="roundRect">
            <a:avLst/>
          </a:prstGeom>
          <a:ln w="25400">
            <a:solidFill>
              <a:schemeClr val="accent1"/>
            </a:solidFill>
          </a:ln>
        </p:spPr>
        <p:txBody>
          <a:bodyPr lIns="91428" tIns="45713" rIns="91428" bIns="45713"/>
          <a:lstStyle>
            <a:lvl1pPr>
              <a:defRPr sz="2000"/>
            </a:lvl1pPr>
          </a:lstStyle>
          <a:p>
            <a:pPr lvl="0"/>
            <a:endParaRPr lang="es-ES_tradnl" noProof="0"/>
          </a:p>
        </p:txBody>
      </p:sp>
    </p:spTree>
    <p:extLst>
      <p:ext uri="{BB962C8B-B14F-4D97-AF65-F5344CB8AC3E}">
        <p14:creationId xmlns:p14="http://schemas.microsoft.com/office/powerpoint/2010/main" val="2490688692"/>
      </p:ext>
    </p:extLst>
  </p:cSld>
  <p:clrMapOvr>
    <a:masterClrMapping/>
  </p:clrMapOvr>
  <p:transition spd="slow">
    <p:fade/>
  </p:transition>
  <p:hf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EAM OPT-5">
    <p:spTree>
      <p:nvGrpSpPr>
        <p:cNvPr id="1" name=""/>
        <p:cNvGrpSpPr/>
        <p:nvPr/>
      </p:nvGrpSpPr>
      <p:grpSpPr>
        <a:xfrm>
          <a:off x="0" y="0"/>
          <a:ext cx="0" cy="0"/>
          <a:chOff x="0" y="0"/>
          <a:chExt cx="0" cy="0"/>
        </a:xfrm>
      </p:grpSpPr>
      <p:cxnSp>
        <p:nvCxnSpPr>
          <p:cNvPr id="7" name="Straight Connector 1">
            <a:extLst>
              <a:ext uri="{FF2B5EF4-FFF2-40B4-BE49-F238E27FC236}">
                <a16:creationId xmlns:a16="http://schemas.microsoft.com/office/drawing/2014/main" id="{B68F354C-B8B7-BE0B-C8CC-52F7AD435624}"/>
              </a:ext>
            </a:extLst>
          </p:cNvPr>
          <p:cNvCxnSpPr/>
          <p:nvPr userDrawn="1"/>
        </p:nvCxnSpPr>
        <p:spPr>
          <a:xfrm>
            <a:off x="704850" y="685800"/>
            <a:ext cx="0" cy="1028700"/>
          </a:xfrm>
          <a:prstGeom prst="line">
            <a:avLst/>
          </a:prstGeom>
          <a:ln w="63500">
            <a:solidFill>
              <a:schemeClr val="accent1"/>
            </a:solidFill>
            <a:headEnd type="none"/>
            <a:tailEnd type="none"/>
          </a:ln>
        </p:spPr>
        <p:style>
          <a:lnRef idx="1">
            <a:schemeClr val="accent1"/>
          </a:lnRef>
          <a:fillRef idx="0">
            <a:schemeClr val="accent1"/>
          </a:fillRef>
          <a:effectRef idx="0">
            <a:schemeClr val="accent1"/>
          </a:effectRef>
          <a:fontRef idx="minor">
            <a:schemeClr val="tx1"/>
          </a:fontRef>
        </p:style>
      </p:cxnSp>
      <p:sp>
        <p:nvSpPr>
          <p:cNvPr id="8" name="Title 7"/>
          <p:cNvSpPr>
            <a:spLocks noGrp="1"/>
          </p:cNvSpPr>
          <p:nvPr>
            <p:ph type="title"/>
          </p:nvPr>
        </p:nvSpPr>
        <p:spPr>
          <a:xfrm>
            <a:off x="876300" y="571412"/>
            <a:ext cx="5448301" cy="1322399"/>
          </a:xfrm>
          <a:prstGeom prst="rect">
            <a:avLst/>
          </a:prstGeom>
          <a:noFill/>
        </p:spPr>
        <p:txBody>
          <a:bodyPr wrap="square" lIns="91428" tIns="45713" rIns="91428" bIns="45713" rtlCol="0">
            <a:spAutoFit/>
          </a:bodyPr>
          <a:lstStyle>
            <a:lvl1pPr>
              <a:defRPr lang="uk-UA" sz="4400" b="1">
                <a:solidFill>
                  <a:srgbClr val="219BC3"/>
                </a:solidFill>
                <a:latin typeface="+mn-lt"/>
                <a:ea typeface="Roboto Condensed" panose="02000000000000000000" pitchFamily="2" charset="0"/>
                <a:cs typeface="+mn-cs"/>
              </a:defRPr>
            </a:lvl1pPr>
          </a:lstStyle>
          <a:p>
            <a:pPr lvl="0"/>
            <a:r>
              <a:rPr lang="es-ES" noProof="0"/>
              <a:t>Haga clic para modificar el estilo de título del patrón</a:t>
            </a:r>
            <a:endParaRPr lang="es-ES_tradnl" noProof="0"/>
          </a:p>
        </p:txBody>
      </p:sp>
      <p:sp>
        <p:nvSpPr>
          <p:cNvPr id="11" name="Picture Placeholder 12"/>
          <p:cNvSpPr>
            <a:spLocks noGrp="1"/>
          </p:cNvSpPr>
          <p:nvPr>
            <p:ph type="pic" sz="quarter" idx="11"/>
          </p:nvPr>
        </p:nvSpPr>
        <p:spPr>
          <a:xfrm>
            <a:off x="3337560" y="2935224"/>
            <a:ext cx="1591056" cy="1591056"/>
          </a:xfrm>
          <a:prstGeom prst="roundRect">
            <a:avLst/>
          </a:prstGeom>
          <a:ln w="25400">
            <a:solidFill>
              <a:schemeClr val="accent1"/>
            </a:solidFill>
          </a:ln>
        </p:spPr>
        <p:txBody>
          <a:bodyPr lIns="91428" tIns="45713" rIns="91428" bIns="45713"/>
          <a:lstStyle>
            <a:lvl1pPr>
              <a:defRPr sz="2000"/>
            </a:lvl1pPr>
          </a:lstStyle>
          <a:p>
            <a:pPr lvl="0"/>
            <a:endParaRPr lang="es-ES_tradnl" noProof="0"/>
          </a:p>
        </p:txBody>
      </p:sp>
      <p:sp>
        <p:nvSpPr>
          <p:cNvPr id="10" name="Picture Placeholder 12"/>
          <p:cNvSpPr>
            <a:spLocks noGrp="1"/>
          </p:cNvSpPr>
          <p:nvPr>
            <p:ph type="pic" sz="quarter" idx="12"/>
          </p:nvPr>
        </p:nvSpPr>
        <p:spPr>
          <a:xfrm>
            <a:off x="3337560" y="5980176"/>
            <a:ext cx="1591056" cy="1591056"/>
          </a:xfrm>
          <a:prstGeom prst="roundRect">
            <a:avLst/>
          </a:prstGeom>
          <a:ln w="25400">
            <a:solidFill>
              <a:schemeClr val="accent1"/>
            </a:solidFill>
          </a:ln>
        </p:spPr>
        <p:txBody>
          <a:bodyPr lIns="91428" tIns="45713" rIns="91428" bIns="45713"/>
          <a:lstStyle>
            <a:lvl1pPr>
              <a:defRPr sz="2000"/>
            </a:lvl1pPr>
          </a:lstStyle>
          <a:p>
            <a:pPr lvl="0"/>
            <a:endParaRPr lang="es-ES_tradnl" noProof="0"/>
          </a:p>
        </p:txBody>
      </p:sp>
      <p:sp>
        <p:nvSpPr>
          <p:cNvPr id="12" name="Picture Placeholder 12"/>
          <p:cNvSpPr>
            <a:spLocks noGrp="1"/>
          </p:cNvSpPr>
          <p:nvPr>
            <p:ph type="pic" sz="quarter" idx="13"/>
          </p:nvPr>
        </p:nvSpPr>
        <p:spPr>
          <a:xfrm>
            <a:off x="9811512" y="2935224"/>
            <a:ext cx="1591056" cy="1591056"/>
          </a:xfrm>
          <a:prstGeom prst="roundRect">
            <a:avLst/>
          </a:prstGeom>
          <a:ln w="25400">
            <a:solidFill>
              <a:schemeClr val="accent1"/>
            </a:solidFill>
          </a:ln>
        </p:spPr>
        <p:txBody>
          <a:bodyPr lIns="91428" tIns="45713" rIns="91428" bIns="45713"/>
          <a:lstStyle>
            <a:lvl1pPr>
              <a:defRPr sz="2000"/>
            </a:lvl1pPr>
          </a:lstStyle>
          <a:p>
            <a:pPr lvl="0"/>
            <a:endParaRPr lang="es-ES_tradnl" noProof="0"/>
          </a:p>
        </p:txBody>
      </p:sp>
      <p:sp>
        <p:nvSpPr>
          <p:cNvPr id="13" name="Picture Placeholder 12"/>
          <p:cNvSpPr>
            <a:spLocks noGrp="1"/>
          </p:cNvSpPr>
          <p:nvPr>
            <p:ph type="pic" sz="quarter" idx="14"/>
          </p:nvPr>
        </p:nvSpPr>
        <p:spPr>
          <a:xfrm>
            <a:off x="9811512" y="5981700"/>
            <a:ext cx="1591056" cy="1591056"/>
          </a:xfrm>
          <a:prstGeom prst="roundRect">
            <a:avLst/>
          </a:prstGeom>
          <a:ln w="25400">
            <a:solidFill>
              <a:schemeClr val="accent1"/>
            </a:solidFill>
          </a:ln>
        </p:spPr>
        <p:txBody>
          <a:bodyPr lIns="91428" tIns="45713" rIns="91428" bIns="45713"/>
          <a:lstStyle>
            <a:lvl1pPr>
              <a:defRPr sz="2000"/>
            </a:lvl1pPr>
          </a:lstStyle>
          <a:p>
            <a:pPr lvl="0"/>
            <a:endParaRPr lang="es-ES_tradnl" noProof="0"/>
          </a:p>
        </p:txBody>
      </p:sp>
    </p:spTree>
    <p:extLst>
      <p:ext uri="{BB962C8B-B14F-4D97-AF65-F5344CB8AC3E}">
        <p14:creationId xmlns:p14="http://schemas.microsoft.com/office/powerpoint/2010/main" val="1696158152"/>
      </p:ext>
    </p:extLst>
  </p:cSld>
  <p:clrMapOvr>
    <a:masterClrMapping/>
  </p:clrMapOvr>
  <p:transition spd="slow">
    <p:fade/>
  </p:transition>
  <p:hf hdr="0" ftr="0" dt="0"/>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EAM OPT-6">
    <p:spTree>
      <p:nvGrpSpPr>
        <p:cNvPr id="1" name=""/>
        <p:cNvGrpSpPr/>
        <p:nvPr/>
      </p:nvGrpSpPr>
      <p:grpSpPr>
        <a:xfrm>
          <a:off x="0" y="0"/>
          <a:ext cx="0" cy="0"/>
          <a:chOff x="0" y="0"/>
          <a:chExt cx="0" cy="0"/>
        </a:xfrm>
      </p:grpSpPr>
      <p:cxnSp>
        <p:nvCxnSpPr>
          <p:cNvPr id="13" name="Straight Connector 1">
            <a:extLst>
              <a:ext uri="{FF2B5EF4-FFF2-40B4-BE49-F238E27FC236}">
                <a16:creationId xmlns:a16="http://schemas.microsoft.com/office/drawing/2014/main" id="{F372A6C9-AA92-87E3-97E9-E00489A4B0C6}"/>
              </a:ext>
            </a:extLst>
          </p:cNvPr>
          <p:cNvCxnSpPr/>
          <p:nvPr userDrawn="1"/>
        </p:nvCxnSpPr>
        <p:spPr>
          <a:xfrm>
            <a:off x="704850" y="685800"/>
            <a:ext cx="0" cy="1028700"/>
          </a:xfrm>
          <a:prstGeom prst="line">
            <a:avLst/>
          </a:prstGeom>
          <a:ln w="63500">
            <a:solidFill>
              <a:schemeClr val="accent1"/>
            </a:solidFill>
            <a:headEnd type="none"/>
            <a:tailEnd type="none"/>
          </a:ln>
        </p:spPr>
        <p:style>
          <a:lnRef idx="1">
            <a:schemeClr val="accent1"/>
          </a:lnRef>
          <a:fillRef idx="0">
            <a:schemeClr val="accent1"/>
          </a:fillRef>
          <a:effectRef idx="0">
            <a:schemeClr val="accent1"/>
          </a:effectRef>
          <a:fontRef idx="minor">
            <a:schemeClr val="tx1"/>
          </a:fontRef>
        </p:style>
      </p:cxnSp>
      <p:sp>
        <p:nvSpPr>
          <p:cNvPr id="8" name="Title 7"/>
          <p:cNvSpPr>
            <a:spLocks noGrp="1"/>
          </p:cNvSpPr>
          <p:nvPr>
            <p:ph type="title"/>
          </p:nvPr>
        </p:nvSpPr>
        <p:spPr>
          <a:xfrm>
            <a:off x="876300" y="571412"/>
            <a:ext cx="5448301" cy="1322399"/>
          </a:xfrm>
          <a:prstGeom prst="rect">
            <a:avLst/>
          </a:prstGeom>
          <a:noFill/>
        </p:spPr>
        <p:txBody>
          <a:bodyPr wrap="square" lIns="91428" tIns="45713" rIns="91428" bIns="45713" rtlCol="0">
            <a:spAutoFit/>
          </a:bodyPr>
          <a:lstStyle>
            <a:lvl1pPr>
              <a:defRPr lang="uk-UA" sz="4400" b="1">
                <a:solidFill>
                  <a:srgbClr val="219BC3"/>
                </a:solidFill>
                <a:latin typeface="+mn-lt"/>
                <a:ea typeface="Roboto Condensed" panose="02000000000000000000" pitchFamily="2" charset="0"/>
                <a:cs typeface="+mn-cs"/>
              </a:defRPr>
            </a:lvl1pPr>
          </a:lstStyle>
          <a:p>
            <a:pPr lvl="0"/>
            <a:r>
              <a:rPr lang="es-ES" noProof="0"/>
              <a:t>Haga clic para modificar el estilo de título del patrón</a:t>
            </a:r>
            <a:endParaRPr lang="es-ES_tradnl" noProof="0"/>
          </a:p>
        </p:txBody>
      </p:sp>
      <p:sp>
        <p:nvSpPr>
          <p:cNvPr id="6" name="Picture Placeholder 5"/>
          <p:cNvSpPr>
            <a:spLocks noGrp="1"/>
          </p:cNvSpPr>
          <p:nvPr>
            <p:ph type="pic" sz="quarter" idx="11"/>
          </p:nvPr>
        </p:nvSpPr>
        <p:spPr>
          <a:xfrm>
            <a:off x="2286000" y="2404872"/>
            <a:ext cx="1828800" cy="1828800"/>
          </a:xfrm>
          <a:prstGeom prst="rect">
            <a:avLst/>
          </a:prstGeom>
        </p:spPr>
        <p:txBody>
          <a:bodyPr lIns="91428" tIns="45713" rIns="91428" bIns="45713"/>
          <a:lstStyle>
            <a:lvl1pPr>
              <a:defRPr sz="2000"/>
            </a:lvl1pPr>
          </a:lstStyle>
          <a:p>
            <a:pPr lvl="0"/>
            <a:endParaRPr lang="es-ES_tradnl" noProof="0"/>
          </a:p>
        </p:txBody>
      </p:sp>
      <p:sp>
        <p:nvSpPr>
          <p:cNvPr id="10" name="Picture Placeholder 5"/>
          <p:cNvSpPr>
            <a:spLocks noGrp="1"/>
          </p:cNvSpPr>
          <p:nvPr>
            <p:ph type="pic" sz="quarter" idx="12"/>
          </p:nvPr>
        </p:nvSpPr>
        <p:spPr>
          <a:xfrm>
            <a:off x="2286000" y="4233672"/>
            <a:ext cx="1828800" cy="1828800"/>
          </a:xfrm>
          <a:prstGeom prst="rect">
            <a:avLst/>
          </a:prstGeom>
        </p:spPr>
        <p:txBody>
          <a:bodyPr lIns="91428" tIns="45713" rIns="91428" bIns="45713"/>
          <a:lstStyle>
            <a:lvl1pPr>
              <a:defRPr sz="2000"/>
            </a:lvl1pPr>
          </a:lstStyle>
          <a:p>
            <a:pPr lvl="0"/>
            <a:endParaRPr lang="es-ES_tradnl" noProof="0"/>
          </a:p>
        </p:txBody>
      </p:sp>
      <p:sp>
        <p:nvSpPr>
          <p:cNvPr id="11" name="Picture Placeholder 5"/>
          <p:cNvSpPr>
            <a:spLocks noGrp="1"/>
          </p:cNvSpPr>
          <p:nvPr>
            <p:ph type="pic" sz="quarter" idx="13"/>
          </p:nvPr>
        </p:nvSpPr>
        <p:spPr>
          <a:xfrm>
            <a:off x="2286000" y="6062472"/>
            <a:ext cx="1828800" cy="1828800"/>
          </a:xfrm>
          <a:prstGeom prst="rect">
            <a:avLst/>
          </a:prstGeom>
        </p:spPr>
        <p:txBody>
          <a:bodyPr lIns="91428" tIns="45713" rIns="91428" bIns="45713"/>
          <a:lstStyle>
            <a:lvl1pPr>
              <a:defRPr sz="2000"/>
            </a:lvl1pPr>
          </a:lstStyle>
          <a:p>
            <a:pPr lvl="0"/>
            <a:endParaRPr lang="es-ES_tradnl" noProof="0"/>
          </a:p>
        </p:txBody>
      </p:sp>
      <p:sp>
        <p:nvSpPr>
          <p:cNvPr id="12" name="Picture Placeholder 5"/>
          <p:cNvSpPr>
            <a:spLocks noGrp="1"/>
          </p:cNvSpPr>
          <p:nvPr>
            <p:ph type="pic" sz="quarter" idx="14"/>
          </p:nvPr>
        </p:nvSpPr>
        <p:spPr>
          <a:xfrm>
            <a:off x="4114800" y="2404872"/>
            <a:ext cx="1828800" cy="1828800"/>
          </a:xfrm>
          <a:prstGeom prst="rect">
            <a:avLst/>
          </a:prstGeom>
        </p:spPr>
        <p:txBody>
          <a:bodyPr lIns="91428" tIns="45713" rIns="91428" bIns="45713"/>
          <a:lstStyle>
            <a:lvl1pPr>
              <a:defRPr sz="2000"/>
            </a:lvl1pPr>
          </a:lstStyle>
          <a:p>
            <a:pPr lvl="0"/>
            <a:endParaRPr lang="es-ES_tradnl" noProof="0"/>
          </a:p>
        </p:txBody>
      </p:sp>
      <p:sp>
        <p:nvSpPr>
          <p:cNvPr id="14" name="Picture Placeholder 5"/>
          <p:cNvSpPr>
            <a:spLocks noGrp="1"/>
          </p:cNvSpPr>
          <p:nvPr>
            <p:ph type="pic" sz="quarter" idx="16"/>
          </p:nvPr>
        </p:nvSpPr>
        <p:spPr>
          <a:xfrm>
            <a:off x="4114800" y="6062472"/>
            <a:ext cx="1828800" cy="1828800"/>
          </a:xfrm>
          <a:prstGeom prst="rect">
            <a:avLst/>
          </a:prstGeom>
        </p:spPr>
        <p:txBody>
          <a:bodyPr lIns="91428" tIns="45713" rIns="91428" bIns="45713"/>
          <a:lstStyle>
            <a:lvl1pPr>
              <a:defRPr sz="2000"/>
            </a:lvl1pPr>
          </a:lstStyle>
          <a:p>
            <a:pPr lvl="0"/>
            <a:endParaRPr lang="es-ES_tradnl" noProof="0"/>
          </a:p>
        </p:txBody>
      </p:sp>
      <p:sp>
        <p:nvSpPr>
          <p:cNvPr id="15" name="Picture Placeholder 5"/>
          <p:cNvSpPr>
            <a:spLocks noGrp="1"/>
          </p:cNvSpPr>
          <p:nvPr>
            <p:ph type="pic" sz="quarter" idx="17"/>
          </p:nvPr>
        </p:nvSpPr>
        <p:spPr>
          <a:xfrm>
            <a:off x="5943600" y="2404872"/>
            <a:ext cx="1828800" cy="1828800"/>
          </a:xfrm>
          <a:prstGeom prst="rect">
            <a:avLst/>
          </a:prstGeom>
        </p:spPr>
        <p:txBody>
          <a:bodyPr lIns="91428" tIns="45713" rIns="91428" bIns="45713"/>
          <a:lstStyle>
            <a:lvl1pPr>
              <a:defRPr sz="2000"/>
            </a:lvl1pPr>
          </a:lstStyle>
          <a:p>
            <a:pPr lvl="0"/>
            <a:endParaRPr lang="es-ES_tradnl" noProof="0"/>
          </a:p>
        </p:txBody>
      </p:sp>
      <p:sp>
        <p:nvSpPr>
          <p:cNvPr id="16" name="Picture Placeholder 5"/>
          <p:cNvSpPr>
            <a:spLocks noGrp="1"/>
          </p:cNvSpPr>
          <p:nvPr>
            <p:ph type="pic" sz="quarter" idx="18"/>
          </p:nvPr>
        </p:nvSpPr>
        <p:spPr>
          <a:xfrm>
            <a:off x="5943600" y="4233672"/>
            <a:ext cx="1828800" cy="1828800"/>
          </a:xfrm>
          <a:prstGeom prst="rect">
            <a:avLst/>
          </a:prstGeom>
        </p:spPr>
        <p:txBody>
          <a:bodyPr lIns="91428" tIns="45713" rIns="91428" bIns="45713"/>
          <a:lstStyle>
            <a:lvl1pPr>
              <a:defRPr sz="2000"/>
            </a:lvl1pPr>
          </a:lstStyle>
          <a:p>
            <a:pPr lvl="0"/>
            <a:endParaRPr lang="es-ES_tradnl" noProof="0"/>
          </a:p>
        </p:txBody>
      </p:sp>
      <p:sp>
        <p:nvSpPr>
          <p:cNvPr id="17" name="Picture Placeholder 5"/>
          <p:cNvSpPr>
            <a:spLocks noGrp="1"/>
          </p:cNvSpPr>
          <p:nvPr>
            <p:ph type="pic" sz="quarter" idx="19"/>
          </p:nvPr>
        </p:nvSpPr>
        <p:spPr>
          <a:xfrm>
            <a:off x="5943600" y="6062472"/>
            <a:ext cx="1828800" cy="1828800"/>
          </a:xfrm>
          <a:prstGeom prst="rect">
            <a:avLst/>
          </a:prstGeom>
        </p:spPr>
        <p:txBody>
          <a:bodyPr lIns="91428" tIns="45713" rIns="91428" bIns="45713"/>
          <a:lstStyle>
            <a:lvl1pPr>
              <a:defRPr sz="2000"/>
            </a:lvl1pPr>
          </a:lstStyle>
          <a:p>
            <a:pPr lvl="0"/>
            <a:endParaRPr lang="es-ES_tradnl" noProof="0"/>
          </a:p>
        </p:txBody>
      </p:sp>
    </p:spTree>
    <p:extLst>
      <p:ext uri="{BB962C8B-B14F-4D97-AF65-F5344CB8AC3E}">
        <p14:creationId xmlns:p14="http://schemas.microsoft.com/office/powerpoint/2010/main" val="136328696"/>
      </p:ext>
    </p:extLst>
  </p:cSld>
  <p:clrMapOvr>
    <a:masterClrMapping/>
  </p:clrMapOvr>
  <p:transition spd="slow">
    <p:fade/>
  </p:transition>
  <p:hf hdr="0" ftr="0" dt="0"/>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userDrawn="1">
  <p:cSld name="BLANK">
    <p:spTree>
      <p:nvGrpSpPr>
        <p:cNvPr id="1" name=""/>
        <p:cNvGrpSpPr/>
        <p:nvPr/>
      </p:nvGrpSpPr>
      <p:grpSpPr>
        <a:xfrm>
          <a:off x="0" y="0"/>
          <a:ext cx="0" cy="0"/>
          <a:chOff x="0" y="0"/>
          <a:chExt cx="0" cy="0"/>
        </a:xfrm>
      </p:grpSpPr>
      <p:pic>
        <p:nvPicPr>
          <p:cNvPr id="2" name="Imagen 5" descr="Texto&#10;&#10;Descripción generada automáticamente">
            <a:extLst>
              <a:ext uri="{FF2B5EF4-FFF2-40B4-BE49-F238E27FC236}">
                <a16:creationId xmlns:a16="http://schemas.microsoft.com/office/drawing/2014/main" id="{B2AA8FAE-BAC5-4AD8-EC77-BCC0C972D5F9}"/>
              </a:ext>
            </a:extLst>
          </p:cNvPr>
          <p:cNvPicPr>
            <a:picLocks noChangeAspect="1" noChangeArrowheads="1"/>
          </p:cNvPicPr>
          <p:nvPr userDrawn="1"/>
        </p:nvPicPr>
        <p:blipFill>
          <a:blip r:embed="rId2">
            <a:extLst>
              <a:ext uri="{28A0092B-C50C-407E-A947-70E740481C1C}">
                <a14:useLocalDpi xmlns:a14="http://schemas.microsoft.com/office/drawing/2010/main" val="0"/>
              </a:ext>
            </a:extLst>
          </a:blip>
          <a:srcRect/>
          <a:stretch>
            <a:fillRect/>
          </a:stretch>
        </p:blipFill>
        <p:spPr bwMode="auto">
          <a:xfrm>
            <a:off x="503238" y="9240838"/>
            <a:ext cx="3317875" cy="7429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126710962"/>
      </p:ext>
    </p:extLst>
  </p:cSld>
  <p:clrMapOvr>
    <a:masterClrMapping/>
  </p:clrMapOvr>
  <p:transition spd="slow">
    <p:fade/>
  </p:transition>
  <p:hf sldNum="0"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userDrawn="1">
  <p:cSld name="DEFAULT SLIDE">
    <p:spTree>
      <p:nvGrpSpPr>
        <p:cNvPr id="1" name=""/>
        <p:cNvGrpSpPr/>
        <p:nvPr/>
      </p:nvGrpSpPr>
      <p:grpSpPr>
        <a:xfrm>
          <a:off x="0" y="0"/>
          <a:ext cx="0" cy="0"/>
          <a:chOff x="0" y="0"/>
          <a:chExt cx="0" cy="0"/>
        </a:xfrm>
      </p:grpSpPr>
      <p:cxnSp>
        <p:nvCxnSpPr>
          <p:cNvPr id="3" name="Straight Connector 9">
            <a:extLst>
              <a:ext uri="{FF2B5EF4-FFF2-40B4-BE49-F238E27FC236}">
                <a16:creationId xmlns:a16="http://schemas.microsoft.com/office/drawing/2014/main" id="{7E08C069-2E04-E41F-8B5D-4F08B654C6E0}"/>
              </a:ext>
            </a:extLst>
          </p:cNvPr>
          <p:cNvCxnSpPr/>
          <p:nvPr userDrawn="1"/>
        </p:nvCxnSpPr>
        <p:spPr>
          <a:xfrm>
            <a:off x="704850" y="685800"/>
            <a:ext cx="0" cy="1028700"/>
          </a:xfrm>
          <a:prstGeom prst="line">
            <a:avLst/>
          </a:prstGeom>
          <a:ln w="63500">
            <a:solidFill>
              <a:schemeClr val="accent1"/>
            </a:solidFill>
            <a:headEnd type="none"/>
            <a:tailEnd type="none"/>
          </a:ln>
        </p:spPr>
        <p:style>
          <a:lnRef idx="1">
            <a:schemeClr val="accent1"/>
          </a:lnRef>
          <a:fillRef idx="0">
            <a:schemeClr val="accent1"/>
          </a:fillRef>
          <a:effectRef idx="0">
            <a:schemeClr val="accent1"/>
          </a:effectRef>
          <a:fontRef idx="minor">
            <a:schemeClr val="tx1"/>
          </a:fontRef>
        </p:style>
      </p:cxnSp>
      <p:sp>
        <p:nvSpPr>
          <p:cNvPr id="8" name="Title 7"/>
          <p:cNvSpPr>
            <a:spLocks noGrp="1"/>
          </p:cNvSpPr>
          <p:nvPr>
            <p:ph type="title"/>
          </p:nvPr>
        </p:nvSpPr>
        <p:spPr>
          <a:xfrm>
            <a:off x="876300" y="571412"/>
            <a:ext cx="5448301" cy="1322399"/>
          </a:xfrm>
          <a:prstGeom prst="rect">
            <a:avLst/>
          </a:prstGeom>
          <a:noFill/>
        </p:spPr>
        <p:txBody>
          <a:bodyPr wrap="square" lIns="91428" tIns="45713" rIns="91428" bIns="45713" rtlCol="0">
            <a:spAutoFit/>
          </a:bodyPr>
          <a:lstStyle>
            <a:lvl1pPr>
              <a:defRPr lang="uk-UA" sz="4400" b="1">
                <a:solidFill>
                  <a:srgbClr val="219BC3"/>
                </a:solidFill>
                <a:latin typeface="+mn-lt"/>
                <a:ea typeface="Roboto Condensed" panose="02000000000000000000" pitchFamily="2" charset="0"/>
                <a:cs typeface="+mn-cs"/>
              </a:defRPr>
            </a:lvl1pPr>
          </a:lstStyle>
          <a:p>
            <a:pPr lvl="0"/>
            <a:r>
              <a:rPr lang="es-ES" noProof="0"/>
              <a:t>Haga clic para modificar el estilo de título del patrón</a:t>
            </a:r>
            <a:endParaRPr lang="es-ES_tradnl" noProof="0"/>
          </a:p>
        </p:txBody>
      </p:sp>
    </p:spTree>
    <p:extLst>
      <p:ext uri="{BB962C8B-B14F-4D97-AF65-F5344CB8AC3E}">
        <p14:creationId xmlns:p14="http://schemas.microsoft.com/office/powerpoint/2010/main" val="978561360"/>
      </p:ext>
    </p:extLst>
  </p:cSld>
  <p:clrMapOvr>
    <a:masterClrMapping/>
  </p:clrMapOvr>
  <p:transition spd="slow">
    <p:fade/>
  </p:transition>
  <p:hf hdr="0" ftr="0" dt="0"/>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Diseño personalizado">
    <p:spTree>
      <p:nvGrpSpPr>
        <p:cNvPr id="1" name=""/>
        <p:cNvGrpSpPr/>
        <p:nvPr/>
      </p:nvGrpSpPr>
      <p:grpSpPr>
        <a:xfrm>
          <a:off x="0" y="0"/>
          <a:ext cx="0" cy="0"/>
          <a:chOff x="0" y="0"/>
          <a:chExt cx="0" cy="0"/>
        </a:xfrm>
      </p:grpSpPr>
    </p:spTree>
    <p:extLst>
      <p:ext uri="{BB962C8B-B14F-4D97-AF65-F5344CB8AC3E}">
        <p14:creationId xmlns:p14="http://schemas.microsoft.com/office/powerpoint/2010/main" val="1316537522"/>
      </p:ext>
    </p:extLst>
  </p:cSld>
  <p:clrMapOvr>
    <a:masterClrMapping/>
  </p:clrMapOvr>
  <p:transition spd="slow">
    <p:fade/>
  </p:transition>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 Id="rId8" Type="http://schemas.openxmlformats.org/officeDocument/2006/relationships/image" Target="../media/image1.png"/></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cxnSp>
        <p:nvCxnSpPr>
          <p:cNvPr id="4" name="Straight Connector 3">
            <a:extLst>
              <a:ext uri="{FF2B5EF4-FFF2-40B4-BE49-F238E27FC236}">
                <a16:creationId xmlns:a16="http://schemas.microsoft.com/office/drawing/2014/main" id="{75E29FDE-82EE-0320-8CB4-3ED0E2A3A633}"/>
              </a:ext>
            </a:extLst>
          </p:cNvPr>
          <p:cNvCxnSpPr/>
          <p:nvPr userDrawn="1"/>
        </p:nvCxnSpPr>
        <p:spPr>
          <a:xfrm>
            <a:off x="16744950" y="9186863"/>
            <a:ext cx="0" cy="742950"/>
          </a:xfrm>
          <a:prstGeom prst="line">
            <a:avLst/>
          </a:prstGeom>
          <a:ln w="63500">
            <a:solidFill>
              <a:schemeClr val="accent1"/>
            </a:solidFill>
            <a:headEnd type="none"/>
            <a:tailEnd type="none"/>
          </a:ln>
        </p:spPr>
        <p:style>
          <a:lnRef idx="1">
            <a:schemeClr val="accent1"/>
          </a:lnRef>
          <a:fillRef idx="0">
            <a:schemeClr val="accent1"/>
          </a:fillRef>
          <a:effectRef idx="0">
            <a:schemeClr val="accent1"/>
          </a:effectRef>
          <a:fontRef idx="minor">
            <a:schemeClr val="tx1"/>
          </a:fontRef>
        </p:style>
      </p:cxnSp>
      <p:sp>
        <p:nvSpPr>
          <p:cNvPr id="5" name="Slide Number Placeholder 8">
            <a:extLst>
              <a:ext uri="{FF2B5EF4-FFF2-40B4-BE49-F238E27FC236}">
                <a16:creationId xmlns:a16="http://schemas.microsoft.com/office/drawing/2014/main" id="{D0226389-8143-FF60-655F-89472ACA3B4A}"/>
              </a:ext>
            </a:extLst>
          </p:cNvPr>
          <p:cNvSpPr>
            <a:spLocks noGrp="1"/>
          </p:cNvSpPr>
          <p:nvPr>
            <p:ph type="sldNum" sz="quarter" idx="4"/>
          </p:nvPr>
        </p:nvSpPr>
        <p:spPr>
          <a:xfrm>
            <a:off x="17092613" y="9072563"/>
            <a:ext cx="1733550" cy="923925"/>
          </a:xfrm>
          <a:prstGeom prst="rect">
            <a:avLst/>
          </a:prstGeom>
          <a:noFill/>
        </p:spPr>
        <p:txBody>
          <a:bodyPr wrap="square" lIns="91428" tIns="45713" rIns="91428" bIns="45713" rtlCol="0">
            <a:spAutoFit/>
          </a:bodyPr>
          <a:lstStyle>
            <a:lvl1pPr defTabSz="1371408" eaLnBrk="1" fontAlgn="auto" hangingPunct="1">
              <a:spcBef>
                <a:spcPts val="0"/>
              </a:spcBef>
              <a:spcAft>
                <a:spcPts val="0"/>
              </a:spcAft>
              <a:defRPr lang="uk-UA" sz="2700" b="1">
                <a:solidFill>
                  <a:schemeClr val="accent2"/>
                </a:solidFill>
                <a:latin typeface="+mj-lt"/>
              </a:defRPr>
            </a:lvl1pPr>
          </a:lstStyle>
          <a:p>
            <a:pPr>
              <a:defRPr/>
            </a:pPr>
            <a:r>
              <a:rPr lang="es-ES_tradnl"/>
              <a:t>Pag.</a:t>
            </a:r>
          </a:p>
          <a:p>
            <a:pPr>
              <a:defRPr/>
            </a:pPr>
            <a:fld id="{815C4DD7-7980-4064-A469-744EEDB05391}" type="slidenum">
              <a:rPr lang="es-ES_tradnl"/>
              <a:pPr>
                <a:defRPr/>
              </a:pPr>
              <a:t>‹Nº›</a:t>
            </a:fld>
            <a:endParaRPr lang="es-ES_tradnl"/>
          </a:p>
        </p:txBody>
      </p:sp>
      <p:pic>
        <p:nvPicPr>
          <p:cNvPr id="1028" name="Imagen 2" descr="Texto&#10;&#10;Descripción generada automáticamente">
            <a:extLst>
              <a:ext uri="{FF2B5EF4-FFF2-40B4-BE49-F238E27FC236}">
                <a16:creationId xmlns:a16="http://schemas.microsoft.com/office/drawing/2014/main" id="{46788E73-FAAA-393C-A4D3-37900BF87562}"/>
              </a:ext>
            </a:extLst>
          </p:cNvPr>
          <p:cNvPicPr>
            <a:picLocks noChangeAspect="1" noChangeArrowheads="1"/>
          </p:cNvPicPr>
          <p:nvPr userDrawn="1"/>
        </p:nvPicPr>
        <p:blipFill>
          <a:blip r:embed="rId8">
            <a:extLst>
              <a:ext uri="{28A0092B-C50C-407E-A947-70E740481C1C}">
                <a14:useLocalDpi xmlns:a14="http://schemas.microsoft.com/office/drawing/2010/main" val="0"/>
              </a:ext>
            </a:extLst>
          </a:blip>
          <a:srcRect/>
          <a:stretch>
            <a:fillRect/>
          </a:stretch>
        </p:blipFill>
        <p:spPr bwMode="auto">
          <a:xfrm>
            <a:off x="515938" y="9255125"/>
            <a:ext cx="3317875" cy="7413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 bg1="lt1" tx1="dk1" bg2="lt2" tx2="dk2" accent1="accent1" accent2="accent2" accent3="accent3" accent4="accent4" accent5="accent5" accent6="accent6" hlink="hlink" folHlink="folHlink"/>
  <p:sldLayoutIdLst>
    <p:sldLayoutId id="2147484181" r:id="rId1"/>
    <p:sldLayoutId id="2147484182" r:id="rId2"/>
    <p:sldLayoutId id="2147484183" r:id="rId3"/>
    <p:sldLayoutId id="2147484184" r:id="rId4"/>
    <p:sldLayoutId id="2147484185" r:id="rId5"/>
    <p:sldLayoutId id="2147484186" r:id="rId6"/>
  </p:sldLayoutIdLst>
  <p:transition spd="slow">
    <p:fade/>
  </p:transition>
  <p:txStyles>
    <p:titleStyle>
      <a:lvl1pPr algn="l" defTabSz="1370013" rtl="0" eaLnBrk="0" fontAlgn="base" hangingPunct="0">
        <a:lnSpc>
          <a:spcPct val="90000"/>
        </a:lnSpc>
        <a:spcBef>
          <a:spcPct val="0"/>
        </a:spcBef>
        <a:spcAft>
          <a:spcPct val="0"/>
        </a:spcAft>
        <a:defRPr sz="6600" kern="1200">
          <a:solidFill>
            <a:schemeClr val="tx1"/>
          </a:solidFill>
          <a:latin typeface="+mj-lt"/>
          <a:ea typeface="+mj-ea"/>
          <a:cs typeface="+mj-cs"/>
        </a:defRPr>
      </a:lvl1pPr>
      <a:lvl2pPr algn="l" defTabSz="1370013" rtl="0" eaLnBrk="0" fontAlgn="base" hangingPunct="0">
        <a:lnSpc>
          <a:spcPct val="90000"/>
        </a:lnSpc>
        <a:spcBef>
          <a:spcPct val="0"/>
        </a:spcBef>
        <a:spcAft>
          <a:spcPct val="0"/>
        </a:spcAft>
        <a:defRPr sz="6600">
          <a:solidFill>
            <a:schemeClr val="tx1"/>
          </a:solidFill>
          <a:latin typeface="Franklin Gothic Medium" panose="020B0603020102020204" pitchFamily="34" charset="0"/>
        </a:defRPr>
      </a:lvl2pPr>
      <a:lvl3pPr algn="l" defTabSz="1370013" rtl="0" eaLnBrk="0" fontAlgn="base" hangingPunct="0">
        <a:lnSpc>
          <a:spcPct val="90000"/>
        </a:lnSpc>
        <a:spcBef>
          <a:spcPct val="0"/>
        </a:spcBef>
        <a:spcAft>
          <a:spcPct val="0"/>
        </a:spcAft>
        <a:defRPr sz="6600">
          <a:solidFill>
            <a:schemeClr val="tx1"/>
          </a:solidFill>
          <a:latin typeface="Franklin Gothic Medium" panose="020B0603020102020204" pitchFamily="34" charset="0"/>
        </a:defRPr>
      </a:lvl3pPr>
      <a:lvl4pPr algn="l" defTabSz="1370013" rtl="0" eaLnBrk="0" fontAlgn="base" hangingPunct="0">
        <a:lnSpc>
          <a:spcPct val="90000"/>
        </a:lnSpc>
        <a:spcBef>
          <a:spcPct val="0"/>
        </a:spcBef>
        <a:spcAft>
          <a:spcPct val="0"/>
        </a:spcAft>
        <a:defRPr sz="6600">
          <a:solidFill>
            <a:schemeClr val="tx1"/>
          </a:solidFill>
          <a:latin typeface="Franklin Gothic Medium" panose="020B0603020102020204" pitchFamily="34" charset="0"/>
        </a:defRPr>
      </a:lvl4pPr>
      <a:lvl5pPr algn="l" defTabSz="1370013" rtl="0" eaLnBrk="0" fontAlgn="base" hangingPunct="0">
        <a:lnSpc>
          <a:spcPct val="90000"/>
        </a:lnSpc>
        <a:spcBef>
          <a:spcPct val="0"/>
        </a:spcBef>
        <a:spcAft>
          <a:spcPct val="0"/>
        </a:spcAft>
        <a:defRPr sz="6600">
          <a:solidFill>
            <a:schemeClr val="tx1"/>
          </a:solidFill>
          <a:latin typeface="Franklin Gothic Medium" panose="020B0603020102020204" pitchFamily="34" charset="0"/>
        </a:defRPr>
      </a:lvl5pPr>
      <a:lvl6pPr marL="457200" algn="l" defTabSz="1370013" rtl="0" fontAlgn="base">
        <a:lnSpc>
          <a:spcPct val="90000"/>
        </a:lnSpc>
        <a:spcBef>
          <a:spcPct val="0"/>
        </a:spcBef>
        <a:spcAft>
          <a:spcPct val="0"/>
        </a:spcAft>
        <a:defRPr sz="6600">
          <a:solidFill>
            <a:schemeClr val="tx1"/>
          </a:solidFill>
          <a:latin typeface="Franklin Gothic Medium" panose="020B0603020102020204" pitchFamily="34" charset="0"/>
        </a:defRPr>
      </a:lvl6pPr>
      <a:lvl7pPr marL="914400" algn="l" defTabSz="1370013" rtl="0" fontAlgn="base">
        <a:lnSpc>
          <a:spcPct val="90000"/>
        </a:lnSpc>
        <a:spcBef>
          <a:spcPct val="0"/>
        </a:spcBef>
        <a:spcAft>
          <a:spcPct val="0"/>
        </a:spcAft>
        <a:defRPr sz="6600">
          <a:solidFill>
            <a:schemeClr val="tx1"/>
          </a:solidFill>
          <a:latin typeface="Franklin Gothic Medium" panose="020B0603020102020204" pitchFamily="34" charset="0"/>
        </a:defRPr>
      </a:lvl7pPr>
      <a:lvl8pPr marL="1371600" algn="l" defTabSz="1370013" rtl="0" fontAlgn="base">
        <a:lnSpc>
          <a:spcPct val="90000"/>
        </a:lnSpc>
        <a:spcBef>
          <a:spcPct val="0"/>
        </a:spcBef>
        <a:spcAft>
          <a:spcPct val="0"/>
        </a:spcAft>
        <a:defRPr sz="6600">
          <a:solidFill>
            <a:schemeClr val="tx1"/>
          </a:solidFill>
          <a:latin typeface="Franklin Gothic Medium" panose="020B0603020102020204" pitchFamily="34" charset="0"/>
        </a:defRPr>
      </a:lvl8pPr>
      <a:lvl9pPr marL="1828800" algn="l" defTabSz="1370013" rtl="0" fontAlgn="base">
        <a:lnSpc>
          <a:spcPct val="90000"/>
        </a:lnSpc>
        <a:spcBef>
          <a:spcPct val="0"/>
        </a:spcBef>
        <a:spcAft>
          <a:spcPct val="0"/>
        </a:spcAft>
        <a:defRPr sz="6600">
          <a:solidFill>
            <a:schemeClr val="tx1"/>
          </a:solidFill>
          <a:latin typeface="Franklin Gothic Medium" panose="020B0603020102020204" pitchFamily="34" charset="0"/>
        </a:defRPr>
      </a:lvl9pPr>
    </p:titleStyle>
    <p:bodyStyle>
      <a:lvl1pPr algn="l" defTabSz="1370013" rtl="0" eaLnBrk="0" fontAlgn="base" hangingPunct="0">
        <a:lnSpc>
          <a:spcPct val="90000"/>
        </a:lnSpc>
        <a:spcBef>
          <a:spcPts val="1500"/>
        </a:spcBef>
        <a:spcAft>
          <a:spcPct val="0"/>
        </a:spcAft>
        <a:buFont typeface="Arial" panose="020B0604020202020204" pitchFamily="34" charset="0"/>
        <a:defRPr lang="en-US" sz="3200" kern="1200">
          <a:solidFill>
            <a:srgbClr val="858591"/>
          </a:solidFill>
          <a:latin typeface="+mn-lt"/>
          <a:ea typeface="+mn-ea"/>
          <a:cs typeface="+mn-cs"/>
        </a:defRPr>
      </a:lvl1pPr>
      <a:lvl2pPr marL="1027113" indent="-341313" algn="l" defTabSz="1370013" rtl="0" eaLnBrk="0" fontAlgn="base" hangingPunct="0">
        <a:lnSpc>
          <a:spcPct val="90000"/>
        </a:lnSpc>
        <a:spcBef>
          <a:spcPts val="750"/>
        </a:spcBef>
        <a:spcAft>
          <a:spcPct val="0"/>
        </a:spcAft>
        <a:buClr>
          <a:schemeClr val="accent1"/>
        </a:buClr>
        <a:buSzPct val="45000"/>
        <a:buFont typeface="Lucida Grande"/>
        <a:buChar char="►"/>
        <a:defRPr sz="3200" kern="1200">
          <a:solidFill>
            <a:srgbClr val="858591"/>
          </a:solidFill>
          <a:latin typeface="+mn-lt"/>
          <a:ea typeface="+mn-ea"/>
          <a:cs typeface="+mn-cs"/>
        </a:defRPr>
      </a:lvl2pPr>
      <a:lvl3pPr marL="1712913" indent="-341313" algn="l" defTabSz="1370013" rtl="0" eaLnBrk="0" fontAlgn="base" hangingPunct="0">
        <a:lnSpc>
          <a:spcPct val="90000"/>
        </a:lnSpc>
        <a:spcBef>
          <a:spcPts val="750"/>
        </a:spcBef>
        <a:spcAft>
          <a:spcPct val="0"/>
        </a:spcAft>
        <a:buClr>
          <a:schemeClr val="accent1"/>
        </a:buClr>
        <a:buSzPct val="70000"/>
        <a:buFont typeface="Arial" panose="020B0604020202020204" pitchFamily="34" charset="0"/>
        <a:buChar char="•"/>
        <a:defRPr sz="3200" kern="1200">
          <a:solidFill>
            <a:srgbClr val="858591"/>
          </a:solidFill>
          <a:latin typeface="+mn-lt"/>
          <a:ea typeface="+mn-ea"/>
          <a:cs typeface="+mn-cs"/>
        </a:defRPr>
      </a:lvl3pPr>
      <a:lvl4pPr marL="2398713" indent="-341313" algn="l" defTabSz="1370013" rtl="0" eaLnBrk="0" fontAlgn="base" hangingPunct="0">
        <a:lnSpc>
          <a:spcPct val="90000"/>
        </a:lnSpc>
        <a:spcBef>
          <a:spcPts val="750"/>
        </a:spcBef>
        <a:spcAft>
          <a:spcPct val="0"/>
        </a:spcAft>
        <a:buClr>
          <a:schemeClr val="accent1"/>
        </a:buClr>
        <a:buSzPct val="50000"/>
        <a:buFont typeface="Courier New" panose="02070309020205020404" pitchFamily="49" charset="0"/>
        <a:buChar char="o"/>
        <a:defRPr sz="3200" kern="1200">
          <a:solidFill>
            <a:srgbClr val="858591"/>
          </a:solidFill>
          <a:latin typeface="+mn-lt"/>
          <a:ea typeface="+mn-ea"/>
          <a:cs typeface="+mn-cs"/>
        </a:defRPr>
      </a:lvl4pPr>
      <a:lvl5pPr marL="3084513" indent="-341313" algn="l" defTabSz="1370013" rtl="0" eaLnBrk="0" fontAlgn="base" hangingPunct="0">
        <a:lnSpc>
          <a:spcPct val="90000"/>
        </a:lnSpc>
        <a:spcBef>
          <a:spcPts val="750"/>
        </a:spcBef>
        <a:spcAft>
          <a:spcPct val="0"/>
        </a:spcAft>
        <a:buClr>
          <a:schemeClr val="accent1"/>
        </a:buClr>
        <a:buSzPct val="40000"/>
        <a:buFont typeface="Wingdings" panose="05000000000000000000" pitchFamily="2" charset="2"/>
        <a:buChar char="v"/>
        <a:defRPr sz="3200" kern="1200">
          <a:solidFill>
            <a:srgbClr val="858591"/>
          </a:solidFill>
          <a:latin typeface="+mn-lt"/>
          <a:ea typeface="+mn-ea"/>
          <a:cs typeface="+mn-cs"/>
        </a:defRPr>
      </a:lvl5pPr>
      <a:lvl6pPr marL="3771372" indent="-342852" algn="l" defTabSz="1371408" rtl="0" eaLnBrk="1" latinLnBrk="0" hangingPunct="1">
        <a:lnSpc>
          <a:spcPct val="90000"/>
        </a:lnSpc>
        <a:spcBef>
          <a:spcPts val="750"/>
        </a:spcBef>
        <a:buFont typeface="Arial" panose="020B0604020202020204" pitchFamily="34" charset="0"/>
        <a:buChar char="•"/>
        <a:defRPr sz="2700" kern="1200">
          <a:solidFill>
            <a:schemeClr val="tx1"/>
          </a:solidFill>
          <a:latin typeface="+mn-lt"/>
          <a:ea typeface="+mn-ea"/>
          <a:cs typeface="+mn-cs"/>
        </a:defRPr>
      </a:lvl6pPr>
      <a:lvl7pPr marL="4457075" indent="-342852" algn="l" defTabSz="1371408" rtl="0" eaLnBrk="1" latinLnBrk="0" hangingPunct="1">
        <a:lnSpc>
          <a:spcPct val="90000"/>
        </a:lnSpc>
        <a:spcBef>
          <a:spcPts val="750"/>
        </a:spcBef>
        <a:buFont typeface="Arial" panose="020B0604020202020204" pitchFamily="34" charset="0"/>
        <a:buChar char="•"/>
        <a:defRPr sz="2700" kern="1200">
          <a:solidFill>
            <a:schemeClr val="tx1"/>
          </a:solidFill>
          <a:latin typeface="+mn-lt"/>
          <a:ea typeface="+mn-ea"/>
          <a:cs typeface="+mn-cs"/>
        </a:defRPr>
      </a:lvl7pPr>
      <a:lvl8pPr marL="5142778" indent="-342852" algn="l" defTabSz="1371408" rtl="0" eaLnBrk="1" latinLnBrk="0" hangingPunct="1">
        <a:lnSpc>
          <a:spcPct val="90000"/>
        </a:lnSpc>
        <a:spcBef>
          <a:spcPts val="750"/>
        </a:spcBef>
        <a:buFont typeface="Arial" panose="020B0604020202020204" pitchFamily="34" charset="0"/>
        <a:buChar char="•"/>
        <a:defRPr sz="2700" kern="1200">
          <a:solidFill>
            <a:schemeClr val="tx1"/>
          </a:solidFill>
          <a:latin typeface="+mn-lt"/>
          <a:ea typeface="+mn-ea"/>
          <a:cs typeface="+mn-cs"/>
        </a:defRPr>
      </a:lvl8pPr>
      <a:lvl9pPr marL="5828482" indent="-342852" algn="l" defTabSz="1371408" rtl="0" eaLnBrk="1" latinLnBrk="0" hangingPunct="1">
        <a:lnSpc>
          <a:spcPct val="90000"/>
        </a:lnSpc>
        <a:spcBef>
          <a:spcPts val="750"/>
        </a:spcBef>
        <a:buFont typeface="Arial" panose="020B0604020202020204" pitchFamily="34" charset="0"/>
        <a:buChar char="•"/>
        <a:defRPr sz="2700" kern="1200">
          <a:solidFill>
            <a:schemeClr val="tx1"/>
          </a:solidFill>
          <a:latin typeface="+mn-lt"/>
          <a:ea typeface="+mn-ea"/>
          <a:cs typeface="+mn-cs"/>
        </a:defRPr>
      </a:lvl9pPr>
    </p:bodyStyle>
    <p:otherStyle>
      <a:defPPr>
        <a:defRPr lang="en-US"/>
      </a:defPPr>
      <a:lvl1pPr marL="0" algn="l" defTabSz="1371408" rtl="0" eaLnBrk="1" latinLnBrk="0" hangingPunct="1">
        <a:defRPr sz="2700" kern="1200">
          <a:solidFill>
            <a:schemeClr val="tx1"/>
          </a:solidFill>
          <a:latin typeface="+mn-lt"/>
          <a:ea typeface="+mn-ea"/>
          <a:cs typeface="+mn-cs"/>
        </a:defRPr>
      </a:lvl1pPr>
      <a:lvl2pPr marL="685703" algn="l" defTabSz="1371408" rtl="0" eaLnBrk="1" latinLnBrk="0" hangingPunct="1">
        <a:defRPr sz="2700" kern="1200">
          <a:solidFill>
            <a:schemeClr val="tx1"/>
          </a:solidFill>
          <a:latin typeface="+mn-lt"/>
          <a:ea typeface="+mn-ea"/>
          <a:cs typeface="+mn-cs"/>
        </a:defRPr>
      </a:lvl2pPr>
      <a:lvl3pPr marL="1371408" algn="l" defTabSz="1371408" rtl="0" eaLnBrk="1" latinLnBrk="0" hangingPunct="1">
        <a:defRPr sz="2700" kern="1200">
          <a:solidFill>
            <a:schemeClr val="tx1"/>
          </a:solidFill>
          <a:latin typeface="+mn-lt"/>
          <a:ea typeface="+mn-ea"/>
          <a:cs typeface="+mn-cs"/>
        </a:defRPr>
      </a:lvl3pPr>
      <a:lvl4pPr marL="2057112" algn="l" defTabSz="1371408" rtl="0" eaLnBrk="1" latinLnBrk="0" hangingPunct="1">
        <a:defRPr sz="2700" kern="1200">
          <a:solidFill>
            <a:schemeClr val="tx1"/>
          </a:solidFill>
          <a:latin typeface="+mn-lt"/>
          <a:ea typeface="+mn-ea"/>
          <a:cs typeface="+mn-cs"/>
        </a:defRPr>
      </a:lvl4pPr>
      <a:lvl5pPr marL="2742815" algn="l" defTabSz="1371408" rtl="0" eaLnBrk="1" latinLnBrk="0" hangingPunct="1">
        <a:defRPr sz="2700" kern="1200">
          <a:solidFill>
            <a:schemeClr val="tx1"/>
          </a:solidFill>
          <a:latin typeface="+mn-lt"/>
          <a:ea typeface="+mn-ea"/>
          <a:cs typeface="+mn-cs"/>
        </a:defRPr>
      </a:lvl5pPr>
      <a:lvl6pPr marL="3428518" algn="l" defTabSz="1371408" rtl="0" eaLnBrk="1" latinLnBrk="0" hangingPunct="1">
        <a:defRPr sz="2700" kern="1200">
          <a:solidFill>
            <a:schemeClr val="tx1"/>
          </a:solidFill>
          <a:latin typeface="+mn-lt"/>
          <a:ea typeface="+mn-ea"/>
          <a:cs typeface="+mn-cs"/>
        </a:defRPr>
      </a:lvl6pPr>
      <a:lvl7pPr marL="4114223" algn="l" defTabSz="1371408" rtl="0" eaLnBrk="1" latinLnBrk="0" hangingPunct="1">
        <a:defRPr sz="2700" kern="1200">
          <a:solidFill>
            <a:schemeClr val="tx1"/>
          </a:solidFill>
          <a:latin typeface="+mn-lt"/>
          <a:ea typeface="+mn-ea"/>
          <a:cs typeface="+mn-cs"/>
        </a:defRPr>
      </a:lvl7pPr>
      <a:lvl8pPr marL="4799927" algn="l" defTabSz="1371408" rtl="0" eaLnBrk="1" latinLnBrk="0" hangingPunct="1">
        <a:defRPr sz="2700" kern="1200">
          <a:solidFill>
            <a:schemeClr val="tx1"/>
          </a:solidFill>
          <a:latin typeface="+mn-lt"/>
          <a:ea typeface="+mn-ea"/>
          <a:cs typeface="+mn-cs"/>
        </a:defRPr>
      </a:lvl8pPr>
      <a:lvl9pPr marL="5485630" algn="l" defTabSz="1371408" rtl="0" eaLnBrk="1" latinLnBrk="0" hangingPunct="1">
        <a:defRPr sz="27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4180" r:id="rId1"/>
  </p:sldLayoutIdLst>
  <p:transition spd="slow">
    <p:fade/>
  </p:transition>
  <p:txStyles>
    <p:titleStyle>
      <a:lvl1pPr algn="l" defTabSz="1370013" rtl="0" eaLnBrk="0" fontAlgn="base" hangingPunct="0">
        <a:lnSpc>
          <a:spcPct val="90000"/>
        </a:lnSpc>
        <a:spcBef>
          <a:spcPct val="0"/>
        </a:spcBef>
        <a:spcAft>
          <a:spcPct val="0"/>
        </a:spcAft>
        <a:defRPr sz="6600" kern="1200">
          <a:solidFill>
            <a:schemeClr val="tx1"/>
          </a:solidFill>
          <a:latin typeface="+mj-lt"/>
          <a:ea typeface="+mj-ea"/>
          <a:cs typeface="+mj-cs"/>
        </a:defRPr>
      </a:lvl1pPr>
      <a:lvl2pPr algn="l" defTabSz="1370013" rtl="0" eaLnBrk="0" fontAlgn="base" hangingPunct="0">
        <a:lnSpc>
          <a:spcPct val="90000"/>
        </a:lnSpc>
        <a:spcBef>
          <a:spcPct val="0"/>
        </a:spcBef>
        <a:spcAft>
          <a:spcPct val="0"/>
        </a:spcAft>
        <a:defRPr sz="6600">
          <a:solidFill>
            <a:schemeClr val="tx1"/>
          </a:solidFill>
          <a:latin typeface="Franklin Gothic Medium" panose="020B0603020102020204" pitchFamily="34" charset="0"/>
        </a:defRPr>
      </a:lvl2pPr>
      <a:lvl3pPr algn="l" defTabSz="1370013" rtl="0" eaLnBrk="0" fontAlgn="base" hangingPunct="0">
        <a:lnSpc>
          <a:spcPct val="90000"/>
        </a:lnSpc>
        <a:spcBef>
          <a:spcPct val="0"/>
        </a:spcBef>
        <a:spcAft>
          <a:spcPct val="0"/>
        </a:spcAft>
        <a:defRPr sz="6600">
          <a:solidFill>
            <a:schemeClr val="tx1"/>
          </a:solidFill>
          <a:latin typeface="Franklin Gothic Medium" panose="020B0603020102020204" pitchFamily="34" charset="0"/>
        </a:defRPr>
      </a:lvl3pPr>
      <a:lvl4pPr algn="l" defTabSz="1370013" rtl="0" eaLnBrk="0" fontAlgn="base" hangingPunct="0">
        <a:lnSpc>
          <a:spcPct val="90000"/>
        </a:lnSpc>
        <a:spcBef>
          <a:spcPct val="0"/>
        </a:spcBef>
        <a:spcAft>
          <a:spcPct val="0"/>
        </a:spcAft>
        <a:defRPr sz="6600">
          <a:solidFill>
            <a:schemeClr val="tx1"/>
          </a:solidFill>
          <a:latin typeface="Franklin Gothic Medium" panose="020B0603020102020204" pitchFamily="34" charset="0"/>
        </a:defRPr>
      </a:lvl4pPr>
      <a:lvl5pPr algn="l" defTabSz="1370013" rtl="0" eaLnBrk="0" fontAlgn="base" hangingPunct="0">
        <a:lnSpc>
          <a:spcPct val="90000"/>
        </a:lnSpc>
        <a:spcBef>
          <a:spcPct val="0"/>
        </a:spcBef>
        <a:spcAft>
          <a:spcPct val="0"/>
        </a:spcAft>
        <a:defRPr sz="6600">
          <a:solidFill>
            <a:schemeClr val="tx1"/>
          </a:solidFill>
          <a:latin typeface="Franklin Gothic Medium" panose="020B0603020102020204" pitchFamily="34" charset="0"/>
        </a:defRPr>
      </a:lvl5pPr>
      <a:lvl6pPr marL="457200" algn="l" defTabSz="1370013" rtl="0" fontAlgn="base">
        <a:lnSpc>
          <a:spcPct val="90000"/>
        </a:lnSpc>
        <a:spcBef>
          <a:spcPct val="0"/>
        </a:spcBef>
        <a:spcAft>
          <a:spcPct val="0"/>
        </a:spcAft>
        <a:defRPr sz="6600">
          <a:solidFill>
            <a:schemeClr val="tx1"/>
          </a:solidFill>
          <a:latin typeface="Franklin Gothic Medium" panose="020B0603020102020204" pitchFamily="34" charset="0"/>
        </a:defRPr>
      </a:lvl6pPr>
      <a:lvl7pPr marL="914400" algn="l" defTabSz="1370013" rtl="0" fontAlgn="base">
        <a:lnSpc>
          <a:spcPct val="90000"/>
        </a:lnSpc>
        <a:spcBef>
          <a:spcPct val="0"/>
        </a:spcBef>
        <a:spcAft>
          <a:spcPct val="0"/>
        </a:spcAft>
        <a:defRPr sz="6600">
          <a:solidFill>
            <a:schemeClr val="tx1"/>
          </a:solidFill>
          <a:latin typeface="Franklin Gothic Medium" panose="020B0603020102020204" pitchFamily="34" charset="0"/>
        </a:defRPr>
      </a:lvl7pPr>
      <a:lvl8pPr marL="1371600" algn="l" defTabSz="1370013" rtl="0" fontAlgn="base">
        <a:lnSpc>
          <a:spcPct val="90000"/>
        </a:lnSpc>
        <a:spcBef>
          <a:spcPct val="0"/>
        </a:spcBef>
        <a:spcAft>
          <a:spcPct val="0"/>
        </a:spcAft>
        <a:defRPr sz="6600">
          <a:solidFill>
            <a:schemeClr val="tx1"/>
          </a:solidFill>
          <a:latin typeface="Franklin Gothic Medium" panose="020B0603020102020204" pitchFamily="34" charset="0"/>
        </a:defRPr>
      </a:lvl8pPr>
      <a:lvl9pPr marL="1828800" algn="l" defTabSz="1370013" rtl="0" fontAlgn="base">
        <a:lnSpc>
          <a:spcPct val="90000"/>
        </a:lnSpc>
        <a:spcBef>
          <a:spcPct val="0"/>
        </a:spcBef>
        <a:spcAft>
          <a:spcPct val="0"/>
        </a:spcAft>
        <a:defRPr sz="6600">
          <a:solidFill>
            <a:schemeClr val="tx1"/>
          </a:solidFill>
          <a:latin typeface="Franklin Gothic Medium" panose="020B0603020102020204" pitchFamily="34" charset="0"/>
        </a:defRPr>
      </a:lvl9pPr>
    </p:titleStyle>
    <p:bodyStyle>
      <a:lvl1pPr algn="l" defTabSz="1370013" rtl="0" eaLnBrk="0" fontAlgn="base" hangingPunct="0">
        <a:lnSpc>
          <a:spcPct val="90000"/>
        </a:lnSpc>
        <a:spcBef>
          <a:spcPts val="1500"/>
        </a:spcBef>
        <a:spcAft>
          <a:spcPct val="0"/>
        </a:spcAft>
        <a:buFont typeface="Arial" panose="020B0604020202020204" pitchFamily="34" charset="0"/>
        <a:defRPr lang="en-US" sz="3200" kern="1200">
          <a:solidFill>
            <a:srgbClr val="858591"/>
          </a:solidFill>
          <a:latin typeface="+mn-lt"/>
          <a:ea typeface="+mn-ea"/>
          <a:cs typeface="+mn-cs"/>
        </a:defRPr>
      </a:lvl1pPr>
      <a:lvl2pPr marL="1027113" indent="-341313" algn="l" defTabSz="1370013" rtl="0" eaLnBrk="0" fontAlgn="base" hangingPunct="0">
        <a:lnSpc>
          <a:spcPct val="90000"/>
        </a:lnSpc>
        <a:spcBef>
          <a:spcPts val="750"/>
        </a:spcBef>
        <a:spcAft>
          <a:spcPct val="0"/>
        </a:spcAft>
        <a:buClr>
          <a:schemeClr val="accent1"/>
        </a:buClr>
        <a:buSzPct val="45000"/>
        <a:buFont typeface="Lucida Grande"/>
        <a:buChar char="►"/>
        <a:defRPr sz="3200" kern="1200">
          <a:solidFill>
            <a:srgbClr val="858591"/>
          </a:solidFill>
          <a:latin typeface="+mn-lt"/>
          <a:ea typeface="+mn-ea"/>
          <a:cs typeface="+mn-cs"/>
        </a:defRPr>
      </a:lvl2pPr>
      <a:lvl3pPr marL="1712913" indent="-341313" algn="l" defTabSz="1370013" rtl="0" eaLnBrk="0" fontAlgn="base" hangingPunct="0">
        <a:lnSpc>
          <a:spcPct val="90000"/>
        </a:lnSpc>
        <a:spcBef>
          <a:spcPts val="750"/>
        </a:spcBef>
        <a:spcAft>
          <a:spcPct val="0"/>
        </a:spcAft>
        <a:buClr>
          <a:schemeClr val="accent1"/>
        </a:buClr>
        <a:buSzPct val="70000"/>
        <a:buFont typeface="Arial" panose="020B0604020202020204" pitchFamily="34" charset="0"/>
        <a:buChar char="•"/>
        <a:defRPr sz="3200" kern="1200">
          <a:solidFill>
            <a:srgbClr val="858591"/>
          </a:solidFill>
          <a:latin typeface="+mn-lt"/>
          <a:ea typeface="+mn-ea"/>
          <a:cs typeface="+mn-cs"/>
        </a:defRPr>
      </a:lvl3pPr>
      <a:lvl4pPr marL="2398713" indent="-341313" algn="l" defTabSz="1370013" rtl="0" eaLnBrk="0" fontAlgn="base" hangingPunct="0">
        <a:lnSpc>
          <a:spcPct val="90000"/>
        </a:lnSpc>
        <a:spcBef>
          <a:spcPts val="750"/>
        </a:spcBef>
        <a:spcAft>
          <a:spcPct val="0"/>
        </a:spcAft>
        <a:buClr>
          <a:schemeClr val="accent1"/>
        </a:buClr>
        <a:buSzPct val="50000"/>
        <a:buFont typeface="Courier New" panose="02070309020205020404" pitchFamily="49" charset="0"/>
        <a:buChar char="o"/>
        <a:defRPr sz="3200" kern="1200">
          <a:solidFill>
            <a:srgbClr val="858591"/>
          </a:solidFill>
          <a:latin typeface="+mn-lt"/>
          <a:ea typeface="+mn-ea"/>
          <a:cs typeface="+mn-cs"/>
        </a:defRPr>
      </a:lvl4pPr>
      <a:lvl5pPr marL="3084513" indent="-341313" algn="l" defTabSz="1370013" rtl="0" eaLnBrk="0" fontAlgn="base" hangingPunct="0">
        <a:lnSpc>
          <a:spcPct val="90000"/>
        </a:lnSpc>
        <a:spcBef>
          <a:spcPts val="750"/>
        </a:spcBef>
        <a:spcAft>
          <a:spcPct val="0"/>
        </a:spcAft>
        <a:buClr>
          <a:schemeClr val="accent1"/>
        </a:buClr>
        <a:buSzPct val="40000"/>
        <a:buFont typeface="Wingdings" panose="05000000000000000000" pitchFamily="2" charset="2"/>
        <a:buChar char="v"/>
        <a:defRPr sz="3200" kern="1200">
          <a:solidFill>
            <a:srgbClr val="858591"/>
          </a:solidFill>
          <a:latin typeface="+mn-lt"/>
          <a:ea typeface="+mn-ea"/>
          <a:cs typeface="+mn-cs"/>
        </a:defRPr>
      </a:lvl5pPr>
      <a:lvl6pPr marL="3771372" indent="-342852" algn="l" defTabSz="1371408" rtl="0" eaLnBrk="1" latinLnBrk="0" hangingPunct="1">
        <a:lnSpc>
          <a:spcPct val="90000"/>
        </a:lnSpc>
        <a:spcBef>
          <a:spcPts val="750"/>
        </a:spcBef>
        <a:buFont typeface="Arial" panose="020B0604020202020204" pitchFamily="34" charset="0"/>
        <a:buChar char="•"/>
        <a:defRPr sz="2700" kern="1200">
          <a:solidFill>
            <a:schemeClr val="tx1"/>
          </a:solidFill>
          <a:latin typeface="+mn-lt"/>
          <a:ea typeface="+mn-ea"/>
          <a:cs typeface="+mn-cs"/>
        </a:defRPr>
      </a:lvl6pPr>
      <a:lvl7pPr marL="4457075" indent="-342852" algn="l" defTabSz="1371408" rtl="0" eaLnBrk="1" latinLnBrk="0" hangingPunct="1">
        <a:lnSpc>
          <a:spcPct val="90000"/>
        </a:lnSpc>
        <a:spcBef>
          <a:spcPts val="750"/>
        </a:spcBef>
        <a:buFont typeface="Arial" panose="020B0604020202020204" pitchFamily="34" charset="0"/>
        <a:buChar char="•"/>
        <a:defRPr sz="2700" kern="1200">
          <a:solidFill>
            <a:schemeClr val="tx1"/>
          </a:solidFill>
          <a:latin typeface="+mn-lt"/>
          <a:ea typeface="+mn-ea"/>
          <a:cs typeface="+mn-cs"/>
        </a:defRPr>
      </a:lvl7pPr>
      <a:lvl8pPr marL="5142778" indent="-342852" algn="l" defTabSz="1371408" rtl="0" eaLnBrk="1" latinLnBrk="0" hangingPunct="1">
        <a:lnSpc>
          <a:spcPct val="90000"/>
        </a:lnSpc>
        <a:spcBef>
          <a:spcPts val="750"/>
        </a:spcBef>
        <a:buFont typeface="Arial" panose="020B0604020202020204" pitchFamily="34" charset="0"/>
        <a:buChar char="•"/>
        <a:defRPr sz="2700" kern="1200">
          <a:solidFill>
            <a:schemeClr val="tx1"/>
          </a:solidFill>
          <a:latin typeface="+mn-lt"/>
          <a:ea typeface="+mn-ea"/>
          <a:cs typeface="+mn-cs"/>
        </a:defRPr>
      </a:lvl8pPr>
      <a:lvl9pPr marL="5828482" indent="-342852" algn="l" defTabSz="1371408" rtl="0" eaLnBrk="1" latinLnBrk="0" hangingPunct="1">
        <a:lnSpc>
          <a:spcPct val="90000"/>
        </a:lnSpc>
        <a:spcBef>
          <a:spcPts val="750"/>
        </a:spcBef>
        <a:buFont typeface="Arial" panose="020B0604020202020204" pitchFamily="34" charset="0"/>
        <a:buChar char="•"/>
        <a:defRPr sz="2700" kern="1200">
          <a:solidFill>
            <a:schemeClr val="tx1"/>
          </a:solidFill>
          <a:latin typeface="+mn-lt"/>
          <a:ea typeface="+mn-ea"/>
          <a:cs typeface="+mn-cs"/>
        </a:defRPr>
      </a:lvl9pPr>
    </p:bodyStyle>
    <p:otherStyle>
      <a:defPPr>
        <a:defRPr lang="en-US"/>
      </a:defPPr>
      <a:lvl1pPr marL="0" algn="l" defTabSz="1371408" rtl="0" eaLnBrk="1" latinLnBrk="0" hangingPunct="1">
        <a:defRPr sz="2700" kern="1200">
          <a:solidFill>
            <a:schemeClr val="tx1"/>
          </a:solidFill>
          <a:latin typeface="+mn-lt"/>
          <a:ea typeface="+mn-ea"/>
          <a:cs typeface="+mn-cs"/>
        </a:defRPr>
      </a:lvl1pPr>
      <a:lvl2pPr marL="685703" algn="l" defTabSz="1371408" rtl="0" eaLnBrk="1" latinLnBrk="0" hangingPunct="1">
        <a:defRPr sz="2700" kern="1200">
          <a:solidFill>
            <a:schemeClr val="tx1"/>
          </a:solidFill>
          <a:latin typeface="+mn-lt"/>
          <a:ea typeface="+mn-ea"/>
          <a:cs typeface="+mn-cs"/>
        </a:defRPr>
      </a:lvl2pPr>
      <a:lvl3pPr marL="1371408" algn="l" defTabSz="1371408" rtl="0" eaLnBrk="1" latinLnBrk="0" hangingPunct="1">
        <a:defRPr sz="2700" kern="1200">
          <a:solidFill>
            <a:schemeClr val="tx1"/>
          </a:solidFill>
          <a:latin typeface="+mn-lt"/>
          <a:ea typeface="+mn-ea"/>
          <a:cs typeface="+mn-cs"/>
        </a:defRPr>
      </a:lvl3pPr>
      <a:lvl4pPr marL="2057112" algn="l" defTabSz="1371408" rtl="0" eaLnBrk="1" latinLnBrk="0" hangingPunct="1">
        <a:defRPr sz="2700" kern="1200">
          <a:solidFill>
            <a:schemeClr val="tx1"/>
          </a:solidFill>
          <a:latin typeface="+mn-lt"/>
          <a:ea typeface="+mn-ea"/>
          <a:cs typeface="+mn-cs"/>
        </a:defRPr>
      </a:lvl4pPr>
      <a:lvl5pPr marL="2742815" algn="l" defTabSz="1371408" rtl="0" eaLnBrk="1" latinLnBrk="0" hangingPunct="1">
        <a:defRPr sz="2700" kern="1200">
          <a:solidFill>
            <a:schemeClr val="tx1"/>
          </a:solidFill>
          <a:latin typeface="+mn-lt"/>
          <a:ea typeface="+mn-ea"/>
          <a:cs typeface="+mn-cs"/>
        </a:defRPr>
      </a:lvl5pPr>
      <a:lvl6pPr marL="3428518" algn="l" defTabSz="1371408" rtl="0" eaLnBrk="1" latinLnBrk="0" hangingPunct="1">
        <a:defRPr sz="2700" kern="1200">
          <a:solidFill>
            <a:schemeClr val="tx1"/>
          </a:solidFill>
          <a:latin typeface="+mn-lt"/>
          <a:ea typeface="+mn-ea"/>
          <a:cs typeface="+mn-cs"/>
        </a:defRPr>
      </a:lvl6pPr>
      <a:lvl7pPr marL="4114223" algn="l" defTabSz="1371408" rtl="0" eaLnBrk="1" latinLnBrk="0" hangingPunct="1">
        <a:defRPr sz="2700" kern="1200">
          <a:solidFill>
            <a:schemeClr val="tx1"/>
          </a:solidFill>
          <a:latin typeface="+mn-lt"/>
          <a:ea typeface="+mn-ea"/>
          <a:cs typeface="+mn-cs"/>
        </a:defRPr>
      </a:lvl7pPr>
      <a:lvl8pPr marL="4799927" algn="l" defTabSz="1371408" rtl="0" eaLnBrk="1" latinLnBrk="0" hangingPunct="1">
        <a:defRPr sz="2700" kern="1200">
          <a:solidFill>
            <a:schemeClr val="tx1"/>
          </a:solidFill>
          <a:latin typeface="+mn-lt"/>
          <a:ea typeface="+mn-ea"/>
          <a:cs typeface="+mn-cs"/>
        </a:defRPr>
      </a:lvl8pPr>
      <a:lvl9pPr marL="5485630" algn="l" defTabSz="1371408" rtl="0" eaLnBrk="1" latinLnBrk="0" hangingPunct="1">
        <a:defRPr sz="27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png"/><Relationship Id="rId3" Type="http://schemas.openxmlformats.org/officeDocument/2006/relationships/notesSlide" Target="../notesSlides/notesSlide10.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png"/><Relationship Id="rId3" Type="http://schemas.openxmlformats.org/officeDocument/2006/relationships/notesSlide" Target="../notesSlides/notesSlide1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xml"/><Relationship Id="rId3" Type="http://schemas.openxmlformats.org/officeDocument/2006/relationships/chart" Target="../charts/char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Rectangle 2">
            <a:extLst>
              <a:ext uri="{FF2B5EF4-FFF2-40B4-BE49-F238E27FC236}">
                <a16:creationId xmlns:a16="http://schemas.microsoft.com/office/drawing/2014/main" id="{CFAAED91-A257-BDC5-7C1A-E122E6E0FD82}"/>
              </a:ext>
            </a:extLst>
          </p:cNvPr>
          <p:cNvSpPr/>
          <p:nvPr/>
        </p:nvSpPr>
        <p:spPr>
          <a:xfrm>
            <a:off x="0" y="0"/>
            <a:ext cx="18288000" cy="9002713"/>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lIns="91428" tIns="45713" rIns="91428" bIns="45713" anchor="ctr"/>
          <a:lstStyle/>
          <a:p>
            <a:pPr algn="ctr" defTabSz="1371408" eaLnBrk="1" fontAlgn="auto" hangingPunct="1">
              <a:spcBef>
                <a:spcPts val="0"/>
              </a:spcBef>
              <a:spcAft>
                <a:spcPts val="0"/>
              </a:spcAft>
              <a:defRPr/>
            </a:pPr>
            <a:endParaRPr lang="uk-UA" sz="8900" b="1">
              <a:solidFill>
                <a:schemeClr val="bg1"/>
              </a:solidFill>
              <a:latin typeface="+mj-lt"/>
            </a:endParaRPr>
          </a:p>
        </p:txBody>
      </p:sp>
      <p:sp>
        <p:nvSpPr>
          <p:cNvPr id="16" name="Rectángulo 15">
            <a:extLst>
              <a:ext uri="{FF2B5EF4-FFF2-40B4-BE49-F238E27FC236}">
                <a16:creationId xmlns:a16="http://schemas.microsoft.com/office/drawing/2014/main" id="{F4D73071-7C9B-9C1B-BFA7-9C5A179613F4}"/>
              </a:ext>
            </a:extLst>
          </p:cNvPr>
          <p:cNvSpPr/>
          <p:nvPr/>
        </p:nvSpPr>
        <p:spPr>
          <a:xfrm>
            <a:off x="0" y="9040813"/>
            <a:ext cx="18288000" cy="1246187"/>
          </a:xfrm>
          <a:prstGeom prst="rect">
            <a:avLst/>
          </a:prstGeom>
          <a:solidFill>
            <a:schemeClr val="bg1"/>
          </a:solidFill>
          <a:ln w="63500">
            <a:noFill/>
          </a:ln>
        </p:spPr>
        <p:style>
          <a:lnRef idx="2">
            <a:schemeClr val="accent1">
              <a:shade val="50000"/>
            </a:schemeClr>
          </a:lnRef>
          <a:fillRef idx="1">
            <a:schemeClr val="accent1"/>
          </a:fillRef>
          <a:effectRef idx="0">
            <a:schemeClr val="accent1"/>
          </a:effectRef>
          <a:fontRef idx="minor">
            <a:schemeClr val="lt1"/>
          </a:fontRef>
        </p:style>
        <p:txBody>
          <a:bodyPr lIns="91428" tIns="45713" rIns="91428" bIns="45713" anchor="ctr"/>
          <a:lstStyle/>
          <a:p>
            <a:pPr algn="ctr" defTabSz="1371408" eaLnBrk="1" fontAlgn="auto" hangingPunct="1">
              <a:spcBef>
                <a:spcPts val="0"/>
              </a:spcBef>
              <a:spcAft>
                <a:spcPts val="0"/>
              </a:spcAft>
              <a:defRPr/>
            </a:pPr>
            <a:endParaRPr lang="es-ES">
              <a:solidFill>
                <a:schemeClr val="tx1"/>
              </a:solidFill>
            </a:endParaRPr>
          </a:p>
        </p:txBody>
      </p:sp>
      <p:sp>
        <p:nvSpPr>
          <p:cNvPr id="32" name="TextBox 10">
            <a:extLst>
              <a:ext uri="{FF2B5EF4-FFF2-40B4-BE49-F238E27FC236}">
                <a16:creationId xmlns:a16="http://schemas.microsoft.com/office/drawing/2014/main" id="{9F337191-5667-E6C7-8B81-E8B756E491FD}"/>
              </a:ext>
            </a:extLst>
          </p:cNvPr>
          <p:cNvSpPr txBox="1"/>
          <p:nvPr/>
        </p:nvSpPr>
        <p:spPr>
          <a:xfrm>
            <a:off x="4663440" y="2788920"/>
            <a:ext cx="8961120" cy="3016250"/>
          </a:xfrm>
          <a:prstGeom prst="rect">
            <a:avLst/>
          </a:prstGeom>
          <a:noFill/>
        </p:spPr>
        <p:txBody>
          <a:bodyPr lIns="91428" tIns="45713" rIns="91428" bIns="45713">
            <a:spAutoFit/>
          </a:bodyPr>
          <a:lstStyle/>
          <a:p>
            <a:pPr algn="ctr" defTabSz="1371408" eaLnBrk="1" fontAlgn="auto" hangingPunct="1">
              <a:spcBef>
                <a:spcPts val="0"/>
              </a:spcBef>
              <a:spcAft>
                <a:spcPts val="0"/>
              </a:spcAft>
              <a:defRPr/>
            </a:pPr>
            <a:r>
              <a:rPr lang="es-ES_tradnl" sz="3600" b="1" dirty="0">
                <a:solidFill>
                  <a:schemeClr val="accent4"/>
                </a:solidFill>
                <a:latin typeface="+mj-lt"/>
                <a:ea typeface="Roboto Black" panose="02000000000000000000" pitchFamily="2" charset="0"/>
              </a:rPr>
              <a:t>Detección de fraude en tarjetas de crédito con aprendizaje automático supervisado</a:t>
            </a:r>
          </a:p>
        </p:txBody>
      </p:sp>
      <p:sp>
        <p:nvSpPr>
          <p:cNvPr id="33" name="TextBox 10">
            <a:extLst>
              <a:ext uri="{FF2B5EF4-FFF2-40B4-BE49-F238E27FC236}">
                <a16:creationId xmlns:a16="http://schemas.microsoft.com/office/drawing/2014/main" id="{B398E961-200D-1B5E-FC72-7FEC3BA92C03}"/>
              </a:ext>
            </a:extLst>
          </p:cNvPr>
          <p:cNvSpPr txBox="1"/>
          <p:nvPr/>
        </p:nvSpPr>
        <p:spPr>
          <a:xfrm>
            <a:off x="307975" y="6629400"/>
            <a:ext cx="17795875" cy="2011680"/>
          </a:xfrm>
          <a:prstGeom prst="rect">
            <a:avLst/>
          </a:prstGeom>
          <a:noFill/>
        </p:spPr>
        <p:txBody>
          <a:bodyPr lIns="91428" tIns="45713" rIns="91428" bIns="45713">
            <a:spAutoFit/>
          </a:bodyPr>
          <a:lstStyle/>
          <a:p>
            <a:pPr algn="ctr" defTabSz="1371408" eaLnBrk="1" fontAlgn="auto" hangingPunct="1">
              <a:spcBef>
                <a:spcPts val="0"/>
              </a:spcBef>
              <a:spcAft>
                <a:spcPts val="600"/>
              </a:spcAft>
              <a:defRPr/>
            </a:pPr>
            <a:r>
              <a:rPr lang="es-ES_tradnl" sz="2100" dirty="0">
                <a:solidFill>
                  <a:schemeClr val="accent4"/>
                </a:solidFill>
                <a:latin typeface="+mj-lt"/>
                <a:ea typeface="Roboto Black" panose="02000000000000000000" pitchFamily="2" charset="0"/>
              </a:rPr>
              <a:t>Resampling, interpretabilidad SHAP y validación externa sobre IEEE-CIS</a:t>
            </a:r>
          </a:p>
          <a:p>
            <a:pPr algn="ctr" defTabSz="1371408" eaLnBrk="1" fontAlgn="auto" hangingPunct="1">
              <a:spcBef>
                <a:spcPts val="0"/>
              </a:spcBef>
              <a:spcAft>
                <a:spcPts val="600"/>
              </a:spcAft>
              <a:defRPr/>
            </a:pPr>
            <a:r>
              <a:rPr lang="es-ES_tradnl" sz="2100" dirty="0" b="1">
                <a:solidFill>
                  <a:schemeClr val="accent4"/>
                </a:solidFill>
                <a:latin typeface="+mj-lt"/>
                <a:ea typeface="Roboto Black" panose="02000000000000000000" pitchFamily="2" charset="0"/>
              </a:rPr>
              <a:t>Dany Xavier Lucas Garcia</a:t>
            </a:r>
            <a:r>
              <a:rPr lang="es-ES_tradnl" sz="2100" dirty="0">
                <a:solidFill>
                  <a:schemeClr val="accent4"/>
                </a:solidFill>
                <a:latin typeface="+mj-lt"/>
                <a:ea typeface="Roboto Black" panose="02000000000000000000" pitchFamily="2" charset="0"/>
              </a:rPr>
              <a:t>  ·  Director: David Jiménez Cabello</a:t>
            </a:r>
          </a:p>
          <a:p>
            <a:pPr algn="ctr" defTabSz="1371408" eaLnBrk="1" fontAlgn="auto" hangingPunct="1">
              <a:spcBef>
                <a:spcPts val="0"/>
              </a:spcBef>
              <a:spcAft>
                <a:spcPts val="600"/>
              </a:spcAft>
              <a:defRPr/>
            </a:pPr>
            <a:r>
              <a:rPr lang="es-ES_tradnl" sz="2100" dirty="0">
                <a:solidFill>
                  <a:schemeClr val="accent4"/>
                </a:solidFill>
                <a:latin typeface="+mj-lt"/>
                <a:ea typeface="Roboto Black" panose="02000000000000000000" pitchFamily="2" charset="0"/>
              </a:rPr>
              <a:t>Máster Universitario en Inteligencia Artificial  ·  Julio 2026</a:t>
            </a:r>
          </a:p>
        </p:txBody>
      </p:sp>
      <p:grpSp>
        <p:nvGrpSpPr>
          <p:cNvPr id="10246" name="Agrupar 33">
            <a:extLst>
              <a:ext uri="{FF2B5EF4-FFF2-40B4-BE49-F238E27FC236}">
                <a16:creationId xmlns:a16="http://schemas.microsoft.com/office/drawing/2014/main" id="{680773F2-FF35-A429-F509-E3699711D1E9}"/>
              </a:ext>
            </a:extLst>
          </p:cNvPr>
          <p:cNvGrpSpPr>
            <a:grpSpLocks/>
          </p:cNvGrpSpPr>
          <p:nvPr/>
        </p:nvGrpSpPr>
        <p:grpSpPr bwMode="auto">
          <a:xfrm>
            <a:off x="4294188" y="2455863"/>
            <a:ext cx="795337" cy="708025"/>
            <a:chOff x="1406133" y="686869"/>
            <a:chExt cx="2648037" cy="2353739"/>
          </a:xfrm>
        </p:grpSpPr>
        <p:cxnSp>
          <p:nvCxnSpPr>
            <p:cNvPr id="35" name="Conector recto 34">
              <a:extLst>
                <a:ext uri="{FF2B5EF4-FFF2-40B4-BE49-F238E27FC236}">
                  <a16:creationId xmlns:a16="http://schemas.microsoft.com/office/drawing/2014/main" id="{CC5B2D7E-6A28-632A-553D-F0DB71932BE5}"/>
                </a:ext>
              </a:extLst>
            </p:cNvPr>
            <p:cNvCxnSpPr/>
            <p:nvPr/>
          </p:nvCxnSpPr>
          <p:spPr>
            <a:xfrm>
              <a:off x="1406133" y="729089"/>
              <a:ext cx="0" cy="2311519"/>
            </a:xfrm>
            <a:prstGeom prst="line">
              <a:avLst/>
            </a:prstGeom>
            <a:ln w="63500" cap="sq">
              <a:solidFill>
                <a:schemeClr val="bg1"/>
              </a:solidFill>
              <a:bevel/>
              <a:headEnd type="none"/>
              <a:tailEnd type="none"/>
            </a:ln>
          </p:spPr>
          <p:style>
            <a:lnRef idx="1">
              <a:schemeClr val="accent1"/>
            </a:lnRef>
            <a:fillRef idx="0">
              <a:schemeClr val="accent1"/>
            </a:fillRef>
            <a:effectRef idx="0">
              <a:schemeClr val="accent1"/>
            </a:effectRef>
            <a:fontRef idx="minor">
              <a:schemeClr val="tx1"/>
            </a:fontRef>
          </p:style>
        </p:cxnSp>
        <p:cxnSp>
          <p:nvCxnSpPr>
            <p:cNvPr id="36" name="Conector recto 35">
              <a:extLst>
                <a:ext uri="{FF2B5EF4-FFF2-40B4-BE49-F238E27FC236}">
                  <a16:creationId xmlns:a16="http://schemas.microsoft.com/office/drawing/2014/main" id="{DB608357-9F3B-D0C1-7F32-31EC7ED2ACB4}"/>
                </a:ext>
              </a:extLst>
            </p:cNvPr>
            <p:cNvCxnSpPr/>
            <p:nvPr/>
          </p:nvCxnSpPr>
          <p:spPr>
            <a:xfrm flipH="1">
              <a:off x="1406133" y="686869"/>
              <a:ext cx="2648037" cy="0"/>
            </a:xfrm>
            <a:prstGeom prst="line">
              <a:avLst/>
            </a:prstGeom>
            <a:ln w="63500" cap="sq">
              <a:solidFill>
                <a:schemeClr val="bg1"/>
              </a:solidFill>
              <a:bevel/>
              <a:headEnd type="none"/>
              <a:tailEnd type="none"/>
            </a:ln>
          </p:spPr>
          <p:style>
            <a:lnRef idx="1">
              <a:schemeClr val="accent1"/>
            </a:lnRef>
            <a:fillRef idx="0">
              <a:schemeClr val="accent1"/>
            </a:fillRef>
            <a:effectRef idx="0">
              <a:schemeClr val="accent1"/>
            </a:effectRef>
            <a:fontRef idx="minor">
              <a:schemeClr val="tx1"/>
            </a:fontRef>
          </p:style>
        </p:cxnSp>
      </p:grpSp>
      <p:grpSp>
        <p:nvGrpSpPr>
          <p:cNvPr id="10247" name="Agrupar 36">
            <a:extLst>
              <a:ext uri="{FF2B5EF4-FFF2-40B4-BE49-F238E27FC236}">
                <a16:creationId xmlns:a16="http://schemas.microsoft.com/office/drawing/2014/main" id="{5BB730AD-E9A2-EE43-5759-3C6221857709}"/>
              </a:ext>
            </a:extLst>
          </p:cNvPr>
          <p:cNvGrpSpPr>
            <a:grpSpLocks/>
          </p:cNvGrpSpPr>
          <p:nvPr/>
        </p:nvGrpSpPr>
        <p:grpSpPr bwMode="auto">
          <a:xfrm rot="10800000">
            <a:off x="13157200" y="5581650"/>
            <a:ext cx="795338" cy="708025"/>
            <a:chOff x="1406133" y="686869"/>
            <a:chExt cx="2648037" cy="2353739"/>
          </a:xfrm>
        </p:grpSpPr>
        <p:cxnSp>
          <p:nvCxnSpPr>
            <p:cNvPr id="38" name="Conector recto 37">
              <a:extLst>
                <a:ext uri="{FF2B5EF4-FFF2-40B4-BE49-F238E27FC236}">
                  <a16:creationId xmlns:a16="http://schemas.microsoft.com/office/drawing/2014/main" id="{5F90948D-DBD0-84CD-DE6C-ED2BEA92339D}"/>
                </a:ext>
              </a:extLst>
            </p:cNvPr>
            <p:cNvCxnSpPr/>
            <p:nvPr/>
          </p:nvCxnSpPr>
          <p:spPr>
            <a:xfrm>
              <a:off x="1395562" y="729089"/>
              <a:ext cx="0" cy="2311519"/>
            </a:xfrm>
            <a:prstGeom prst="line">
              <a:avLst/>
            </a:prstGeom>
            <a:ln w="63500" cap="sq">
              <a:solidFill>
                <a:schemeClr val="bg1"/>
              </a:solidFill>
              <a:bevel/>
              <a:headEnd type="none"/>
              <a:tailEnd type="none"/>
            </a:ln>
          </p:spPr>
          <p:style>
            <a:lnRef idx="1">
              <a:schemeClr val="accent1"/>
            </a:lnRef>
            <a:fillRef idx="0">
              <a:schemeClr val="accent1"/>
            </a:fillRef>
            <a:effectRef idx="0">
              <a:schemeClr val="accent1"/>
            </a:effectRef>
            <a:fontRef idx="minor">
              <a:schemeClr val="tx1"/>
            </a:fontRef>
          </p:style>
        </p:cxnSp>
        <p:cxnSp>
          <p:nvCxnSpPr>
            <p:cNvPr id="39" name="Conector recto 38">
              <a:extLst>
                <a:ext uri="{FF2B5EF4-FFF2-40B4-BE49-F238E27FC236}">
                  <a16:creationId xmlns:a16="http://schemas.microsoft.com/office/drawing/2014/main" id="{80034FAC-F5A8-079A-5916-115D7B1FB358}"/>
                </a:ext>
              </a:extLst>
            </p:cNvPr>
            <p:cNvCxnSpPr/>
            <p:nvPr/>
          </p:nvCxnSpPr>
          <p:spPr>
            <a:xfrm flipH="1">
              <a:off x="1406133" y="686869"/>
              <a:ext cx="2648037" cy="0"/>
            </a:xfrm>
            <a:prstGeom prst="line">
              <a:avLst/>
            </a:prstGeom>
            <a:ln w="63500" cap="sq">
              <a:solidFill>
                <a:schemeClr val="bg1"/>
              </a:solidFill>
              <a:bevel/>
              <a:headEnd type="none"/>
              <a:tailEnd type="none"/>
            </a:ln>
          </p:spPr>
          <p:style>
            <a:lnRef idx="1">
              <a:schemeClr val="accent1"/>
            </a:lnRef>
            <a:fillRef idx="0">
              <a:schemeClr val="accent1"/>
            </a:fillRef>
            <a:effectRef idx="0">
              <a:schemeClr val="accent1"/>
            </a:effectRef>
            <a:fontRef idx="minor">
              <a:schemeClr val="tx1"/>
            </a:fontRef>
          </p:style>
        </p:cxnSp>
      </p:grpSp>
      <p:pic>
        <p:nvPicPr>
          <p:cNvPr id="10248" name="Imagen 2" descr="Texto&#10;&#10;Descripción generada automáticamente">
            <a:extLst>
              <a:ext uri="{FF2B5EF4-FFF2-40B4-BE49-F238E27FC236}">
                <a16:creationId xmlns:a16="http://schemas.microsoft.com/office/drawing/2014/main" id="{7D1D7368-8D55-5A8A-F340-4F7F34B169D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93713" y="9247188"/>
            <a:ext cx="3317875" cy="7429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transition spd="med">
    <p:fade/>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E62D4B4-670A-5395-E668-407FE330D8DE}"/>
              </a:ext>
            </a:extLst>
          </p:cNvPr>
          <p:cNvSpPr/>
          <p:nvPr/>
        </p:nvSpPr>
        <p:spPr>
          <a:xfrm rot="5400000" flipH="1" flipV="1">
            <a:off x="-571500" y="571500"/>
            <a:ext cx="10287000" cy="9144000"/>
          </a:xfrm>
          <a:prstGeom prst="rect">
            <a:avLst/>
          </a:prstGeom>
          <a:ln/>
        </p:spPr>
        <p:style>
          <a:lnRef idx="2">
            <a:schemeClr val="accent1">
              <a:shade val="50000"/>
            </a:schemeClr>
          </a:lnRef>
          <a:fillRef idx="1">
            <a:schemeClr val="accent1"/>
          </a:fillRef>
          <a:effectRef idx="0">
            <a:schemeClr val="accent1"/>
          </a:effectRef>
          <a:fontRef idx="minor">
            <a:schemeClr val="lt1"/>
          </a:fontRef>
        </p:style>
        <p:txBody>
          <a:bodyPr lIns="91428" tIns="45713" rIns="91428" bIns="45713" anchor="ctr"/>
          <a:lstStyle/>
          <a:p>
            <a:pPr algn="ctr" defTabSz="1371408" eaLnBrk="1" fontAlgn="auto" hangingPunct="1">
              <a:spcBef>
                <a:spcPts val="0"/>
              </a:spcBef>
              <a:spcAft>
                <a:spcPts val="0"/>
              </a:spcAft>
              <a:defRPr/>
            </a:pPr>
            <a:endParaRPr lang="es-ES"/>
          </a:p>
        </p:txBody>
      </p:sp>
      <p:sp>
        <p:nvSpPr>
          <p:cNvPr id="12" name="TextBox 11">
            <a:extLst>
              <a:ext uri="{FF2B5EF4-FFF2-40B4-BE49-F238E27FC236}">
                <a16:creationId xmlns:a16="http://schemas.microsoft.com/office/drawing/2014/main" id="{70D4E157-06EF-E4CB-A4FB-72DEA973CE3B}"/>
              </a:ext>
            </a:extLst>
          </p:cNvPr>
          <p:cNvSpPr txBox="1"/>
          <p:nvPr/>
        </p:nvSpPr>
        <p:spPr>
          <a:xfrm>
            <a:off x="10340975" y="3443288"/>
            <a:ext cx="7680960" cy="769937"/>
          </a:xfrm>
          <a:prstGeom prst="rect">
            <a:avLst/>
          </a:prstGeom>
          <a:noFill/>
        </p:spPr>
        <p:txBody>
          <a:bodyPr lIns="91428" tIns="45713" rIns="91428" bIns="45713">
            <a:spAutoFit/>
          </a:bodyPr>
          <a:lstStyle/>
          <a:p>
            <a:pPr defTabSz="1371408" eaLnBrk="1" fontAlgn="auto" hangingPunct="1">
              <a:spcBef>
                <a:spcPts val="0"/>
              </a:spcBef>
              <a:spcAft>
                <a:spcPts val="0"/>
              </a:spcAft>
              <a:defRPr/>
            </a:pPr>
            <a:r>
              <a:rPr lang="es-ES_tradnl" sz="3200" b="1" dirty="0">
                <a:solidFill>
                  <a:schemeClr val="accent2"/>
                </a:solidFill>
                <a:latin typeface="+mj-lt"/>
              </a:rPr>
              <a:t>01 – </a:t>
            </a:r>
            <a:r>
              <a:rPr lang="es-ES_tradnl" sz="3200" b="1" dirty="0">
                <a:solidFill>
                  <a:srgbClr val="00566C"/>
                </a:solidFill>
                <a:latin typeface="+mn-lt"/>
              </a:rPr>
              <a:t>Introducción y objetivos</a:t>
            </a:r>
          </a:p>
        </p:txBody>
      </p:sp>
      <p:sp>
        <p:nvSpPr>
          <p:cNvPr id="13" name="TextBox 12">
            <a:extLst>
              <a:ext uri="{FF2B5EF4-FFF2-40B4-BE49-F238E27FC236}">
                <a16:creationId xmlns:a16="http://schemas.microsoft.com/office/drawing/2014/main" id="{2D071281-C8D9-49F0-2E6F-E2044AE03C9E}"/>
              </a:ext>
            </a:extLst>
          </p:cNvPr>
          <p:cNvSpPr txBox="1"/>
          <p:nvPr/>
        </p:nvSpPr>
        <p:spPr>
          <a:xfrm>
            <a:off x="10340975" y="4225925"/>
            <a:ext cx="7680960" cy="768350"/>
          </a:xfrm>
          <a:prstGeom prst="rect">
            <a:avLst/>
          </a:prstGeom>
          <a:noFill/>
        </p:spPr>
        <p:txBody>
          <a:bodyPr lIns="91428" tIns="45713" rIns="91428" bIns="45713">
            <a:spAutoFit/>
          </a:bodyPr>
          <a:lstStyle/>
          <a:p>
            <a:pPr defTabSz="1371408" eaLnBrk="1" fontAlgn="auto" hangingPunct="1">
              <a:spcBef>
                <a:spcPts val="0"/>
              </a:spcBef>
              <a:spcAft>
                <a:spcPts val="0"/>
              </a:spcAft>
              <a:defRPr/>
            </a:pPr>
            <a:r>
              <a:rPr lang="es-ES_tradnl" sz="3200" b="1" dirty="0">
                <a:solidFill>
                  <a:schemeClr val="accent2"/>
                </a:solidFill>
                <a:latin typeface="+mj-lt"/>
              </a:rPr>
              <a:t>02 – </a:t>
            </a:r>
            <a:r>
              <a:rPr lang="es-ES_tradnl" sz="3200" b="1" dirty="0">
                <a:solidFill>
                  <a:srgbClr val="00566C"/>
                </a:solidFill>
                <a:latin typeface="+mn-lt"/>
              </a:rPr>
              <a:t>Metodología experimental</a:t>
            </a:r>
          </a:p>
        </p:txBody>
      </p:sp>
      <p:sp>
        <p:nvSpPr>
          <p:cNvPr id="14" name="TextBox 13">
            <a:extLst>
              <a:ext uri="{FF2B5EF4-FFF2-40B4-BE49-F238E27FC236}">
                <a16:creationId xmlns:a16="http://schemas.microsoft.com/office/drawing/2014/main" id="{6586DF55-AD7D-A142-E5AC-E2C2A40A8CBC}"/>
              </a:ext>
            </a:extLst>
          </p:cNvPr>
          <p:cNvSpPr txBox="1"/>
          <p:nvPr/>
        </p:nvSpPr>
        <p:spPr>
          <a:xfrm>
            <a:off x="10340975" y="5006975"/>
            <a:ext cx="7680960" cy="769938"/>
          </a:xfrm>
          <a:prstGeom prst="rect">
            <a:avLst/>
          </a:prstGeom>
          <a:noFill/>
        </p:spPr>
        <p:txBody>
          <a:bodyPr lIns="91428" tIns="45713" rIns="91428" bIns="45713">
            <a:spAutoFit/>
          </a:bodyPr>
          <a:lstStyle/>
          <a:p>
            <a:pPr defTabSz="1371408" eaLnBrk="1" fontAlgn="auto" hangingPunct="1">
              <a:spcBef>
                <a:spcPts val="0"/>
              </a:spcBef>
              <a:spcAft>
                <a:spcPts val="0"/>
              </a:spcAft>
              <a:defRPr/>
            </a:pPr>
            <a:r>
              <a:rPr lang="es-ES_tradnl" sz="3200" b="1" dirty="0">
                <a:solidFill>
                  <a:schemeClr val="accent2"/>
                </a:solidFill>
                <a:latin typeface="+mj-lt"/>
              </a:rPr>
              <a:t>03 – </a:t>
            </a:r>
            <a:r>
              <a:rPr lang="es-ES_tradnl" sz="3200" b="1" dirty="0">
                <a:solidFill>
                  <a:srgbClr val="00566C"/>
                </a:solidFill>
                <a:latin typeface="+mn-lt"/>
              </a:rPr>
              <a:t>Resultados</a:t>
            </a:r>
          </a:p>
        </p:txBody>
      </p:sp>
      <p:sp>
        <p:nvSpPr>
          <p:cNvPr id="16" name="TextBox 15">
            <a:extLst>
              <a:ext uri="{FF2B5EF4-FFF2-40B4-BE49-F238E27FC236}">
                <a16:creationId xmlns:a16="http://schemas.microsoft.com/office/drawing/2014/main" id="{050F15C9-E643-1A67-1C48-BF24149CFC2C}"/>
              </a:ext>
            </a:extLst>
          </p:cNvPr>
          <p:cNvSpPr txBox="1"/>
          <p:nvPr/>
        </p:nvSpPr>
        <p:spPr>
          <a:xfrm>
            <a:off x="10340975" y="5789613"/>
            <a:ext cx="7680960" cy="769937"/>
          </a:xfrm>
          <a:prstGeom prst="rect">
            <a:avLst/>
          </a:prstGeom>
          <a:noFill/>
        </p:spPr>
        <p:txBody>
          <a:bodyPr lIns="91428" tIns="45713" rIns="91428" bIns="45713">
            <a:spAutoFit/>
          </a:bodyPr>
          <a:lstStyle/>
          <a:p>
            <a:pPr defTabSz="1371408" eaLnBrk="1" fontAlgn="auto" hangingPunct="1">
              <a:spcBef>
                <a:spcPts val="0"/>
              </a:spcBef>
              <a:spcAft>
                <a:spcPts val="0"/>
              </a:spcAft>
              <a:defRPr/>
            </a:pPr>
            <a:r>
              <a:rPr lang="es-ES_tradnl" sz="3200" b="1" dirty="0">
                <a:solidFill>
                  <a:schemeClr val="accent2"/>
                </a:solidFill>
                <a:latin typeface="+mj-lt"/>
              </a:rPr>
              <a:t>04 – </a:t>
            </a:r>
            <a:r>
              <a:rPr lang="es-ES_tradnl" sz="3200" b="1" dirty="0">
                <a:solidFill>
                  <a:srgbClr val="00566C"/>
                </a:solidFill>
                <a:latin typeface="+mn-lt"/>
              </a:rPr>
              <a:t>Conclusiones y aportes</a:t>
            </a:r>
          </a:p>
        </p:txBody>
      </p:sp>
      <p:sp>
        <p:nvSpPr>
          <p:cNvPr id="11" name="TextBox 10">
            <a:extLst>
              <a:ext uri="{FF2B5EF4-FFF2-40B4-BE49-F238E27FC236}">
                <a16:creationId xmlns:a16="http://schemas.microsoft.com/office/drawing/2014/main" id="{B6204A08-9DA5-B05A-06BF-9E685E8EAD2D}"/>
              </a:ext>
            </a:extLst>
          </p:cNvPr>
          <p:cNvSpPr txBox="1"/>
          <p:nvPr/>
        </p:nvSpPr>
        <p:spPr>
          <a:xfrm>
            <a:off x="685800" y="4213225"/>
            <a:ext cx="7772400" cy="1846263"/>
          </a:xfrm>
          <a:prstGeom prst="rect">
            <a:avLst/>
          </a:prstGeom>
          <a:noFill/>
        </p:spPr>
        <p:txBody>
          <a:bodyPr lIns="91428" tIns="45713" rIns="91428" bIns="45713">
            <a:spAutoFit/>
          </a:bodyPr>
          <a:lstStyle/>
          <a:p>
            <a:pPr algn="ctr" defTabSz="1371408" eaLnBrk="1" fontAlgn="auto" hangingPunct="1">
              <a:spcBef>
                <a:spcPts val="0"/>
              </a:spcBef>
              <a:spcAft>
                <a:spcPts val="0"/>
              </a:spcAft>
              <a:defRPr/>
            </a:pPr>
            <a:r>
              <a:rPr lang="es-ES_tradnl" sz="11400">
                <a:solidFill>
                  <a:schemeClr val="accent4"/>
                </a:solidFill>
                <a:latin typeface="+mj-lt"/>
                <a:ea typeface="Roboto Black" panose="02000000000000000000" pitchFamily="2" charset="0"/>
              </a:rPr>
              <a:t>ÍNDICE</a:t>
            </a:r>
          </a:p>
        </p:txBody>
      </p:sp>
    </p:spTree>
  </p:cSld>
  <p:clrMapOvr>
    <a:masterClrMapping/>
  </p:clrMapOvr>
  <p:transition spd="med">
    <p:fade/>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 name="TextBox 30">
            <a:extLst>
              <a:ext uri="{FF2B5EF4-FFF2-40B4-BE49-F238E27FC236}">
                <a16:creationId xmlns:a16="http://schemas.microsoft.com/office/drawing/2014/main" id="{8D671ABC-8F72-5D3C-F0F2-E2CA6A06281C}"/>
              </a:ext>
            </a:extLst>
          </p:cNvPr>
          <p:cNvSpPr txBox="1"/>
          <p:nvPr/>
        </p:nvSpPr>
        <p:spPr>
          <a:xfrm>
            <a:off x="8161338" y="1581150"/>
            <a:ext cx="9509760" cy="1446213"/>
          </a:xfrm>
          <a:prstGeom prst="rect">
            <a:avLst/>
          </a:prstGeom>
          <a:noFill/>
        </p:spPr>
        <p:txBody>
          <a:bodyPr lIns="91428" tIns="45713" rIns="91428" bIns="45713">
            <a:spAutoFit/>
          </a:bodyPr>
          <a:lstStyle/>
          <a:p>
            <a:pPr defTabSz="1371408" eaLnBrk="1" fontAlgn="auto" hangingPunct="1">
              <a:spcBef>
                <a:spcPts val="0"/>
              </a:spcBef>
              <a:spcAft>
                <a:spcPts val="0"/>
              </a:spcAft>
              <a:defRPr/>
            </a:pPr>
            <a:r>
              <a:rPr lang="es-ES_tradnl" sz="2800" b="1">
                <a:solidFill>
                  <a:srgbClr val="00566C"/>
                </a:solidFill>
                <a:latin typeface="+mj-lt"/>
              </a:rPr>
              <a:t>pérdidas mundiales por fraude con tarjetas en 2023</a:t>
            </a:r>
          </a:p>
          <a:p>
            <a:pPr defTabSz="1371408" eaLnBrk="1" fontAlgn="auto" hangingPunct="1">
              <a:spcBef>
                <a:spcPts val="0"/>
              </a:spcBef>
              <a:spcAft>
                <a:spcPts val="0"/>
              </a:spcAft>
              <a:defRPr/>
            </a:pPr>
            <a:r>
              <a:rPr lang="es-ES_tradnl" sz="2000" b="0">
                <a:solidFill>
                  <a:srgbClr val="858591"/>
                </a:solidFill>
                <a:latin typeface="+mj-lt"/>
              </a:rPr>
              <a:t>Nilson Report (2025)</a:t>
            </a:r>
          </a:p>
        </p:txBody>
      </p:sp>
      <p:cxnSp>
        <p:nvCxnSpPr>
          <p:cNvPr id="3" name="Straight Connector 2">
            <a:extLst>
              <a:ext uri="{FF2B5EF4-FFF2-40B4-BE49-F238E27FC236}">
                <a16:creationId xmlns:a16="http://schemas.microsoft.com/office/drawing/2014/main" id="{939EBC2E-B47E-9206-8ECF-2BB5F02D9F14}"/>
              </a:ext>
            </a:extLst>
          </p:cNvPr>
          <p:cNvCxnSpPr/>
          <p:nvPr/>
        </p:nvCxnSpPr>
        <p:spPr>
          <a:xfrm>
            <a:off x="7627938" y="1427163"/>
            <a:ext cx="0" cy="1752600"/>
          </a:xfrm>
          <a:prstGeom prst="line">
            <a:avLst/>
          </a:prstGeom>
          <a:ln w="25400" cap="sq">
            <a:solidFill>
              <a:schemeClr val="accent2"/>
            </a:solidFill>
            <a:bevel/>
            <a:headEnd type="none"/>
            <a:tailEnd type="none"/>
          </a:ln>
        </p:spPr>
        <p:style>
          <a:lnRef idx="1">
            <a:schemeClr val="accent1"/>
          </a:lnRef>
          <a:fillRef idx="0">
            <a:schemeClr val="accent1"/>
          </a:fillRef>
          <a:effectRef idx="0">
            <a:schemeClr val="accent1"/>
          </a:effectRef>
          <a:fontRef idx="minor">
            <a:schemeClr val="tx1"/>
          </a:fontRef>
        </p:style>
      </p:cxnSp>
      <p:sp>
        <p:nvSpPr>
          <p:cNvPr id="4" name="TextBox 3">
            <a:extLst>
              <a:ext uri="{FF2B5EF4-FFF2-40B4-BE49-F238E27FC236}">
                <a16:creationId xmlns:a16="http://schemas.microsoft.com/office/drawing/2014/main" id="{2B2A6FEE-C97A-D992-7BDC-57D43D29EA19}"/>
              </a:ext>
            </a:extLst>
          </p:cNvPr>
          <p:cNvSpPr txBox="1"/>
          <p:nvPr/>
        </p:nvSpPr>
        <p:spPr>
          <a:xfrm>
            <a:off x="822960" y="1519238"/>
            <a:ext cx="6583680" cy="1554162"/>
          </a:xfrm>
          <a:prstGeom prst="rect">
            <a:avLst/>
          </a:prstGeom>
          <a:noFill/>
        </p:spPr>
        <p:txBody>
          <a:bodyPr lIns="91428" tIns="45713" rIns="91428" bIns="45713">
            <a:spAutoFit/>
          </a:bodyPr>
          <a:lstStyle/>
          <a:p>
            <a:pPr algn="r" defTabSz="1371408" eaLnBrk="1" fontAlgn="auto" hangingPunct="1">
              <a:spcBef>
                <a:spcPts val="0"/>
              </a:spcBef>
              <a:spcAft>
                <a:spcPts val="0"/>
              </a:spcAft>
              <a:defRPr/>
            </a:pPr>
            <a:r>
              <a:rPr lang="es-ES_tradnl" sz="6000" b="1">
                <a:solidFill>
                  <a:schemeClr val="accent1"/>
                </a:solidFill>
                <a:latin typeface="+mj-lt"/>
              </a:rPr>
              <a:t>33.830 M$</a:t>
            </a:r>
          </a:p>
        </p:txBody>
      </p:sp>
      <p:sp>
        <p:nvSpPr>
          <p:cNvPr id="7" name="TextBox 30">
            <a:extLst>
              <a:ext uri="{FF2B5EF4-FFF2-40B4-BE49-F238E27FC236}">
                <a16:creationId xmlns:a16="http://schemas.microsoft.com/office/drawing/2014/main" id="{2840F444-CDC1-97C5-66E3-A3DD0AE95600}"/>
              </a:ext>
            </a:extLst>
          </p:cNvPr>
          <p:cNvSpPr txBox="1"/>
          <p:nvPr/>
        </p:nvSpPr>
        <p:spPr>
          <a:xfrm>
            <a:off x="8161338" y="4049713"/>
            <a:ext cx="9509760" cy="1446212"/>
          </a:xfrm>
          <a:prstGeom prst="rect">
            <a:avLst/>
          </a:prstGeom>
          <a:noFill/>
        </p:spPr>
        <p:txBody>
          <a:bodyPr lIns="91428" tIns="45713" rIns="91428" bIns="45713">
            <a:spAutoFit/>
          </a:bodyPr>
          <a:lstStyle/>
          <a:p>
            <a:pPr defTabSz="1371408" eaLnBrk="1" fontAlgn="auto" hangingPunct="1">
              <a:spcBef>
                <a:spcPts val="0"/>
              </a:spcBef>
              <a:spcAft>
                <a:spcPts val="0"/>
              </a:spcAft>
              <a:defRPr/>
            </a:pPr>
            <a:r>
              <a:rPr lang="es-ES_tradnl" sz="2800" b="1">
                <a:solidFill>
                  <a:srgbClr val="00566C"/>
                </a:solidFill>
                <a:latin typeface="+mj-lt"/>
              </a:rPr>
              <a:t>pérdidas proyectadas por fraude card-not-present para 2030</a:t>
            </a:r>
          </a:p>
          <a:p>
            <a:pPr defTabSz="1371408" eaLnBrk="1" fontAlgn="auto" hangingPunct="1">
              <a:spcBef>
                <a:spcPts val="0"/>
              </a:spcBef>
              <a:spcAft>
                <a:spcPts val="0"/>
              </a:spcAft>
              <a:defRPr/>
            </a:pPr>
            <a:r>
              <a:rPr lang="es-ES_tradnl" sz="2000" b="0">
                <a:solidFill>
                  <a:srgbClr val="858591"/>
                </a:solidFill>
                <a:latin typeface="+mj-lt"/>
              </a:rPr>
              <a:t>FICO (2025)</a:t>
            </a:r>
          </a:p>
        </p:txBody>
      </p:sp>
      <p:cxnSp>
        <p:nvCxnSpPr>
          <p:cNvPr id="8" name="Straight Connector 2">
            <a:extLst>
              <a:ext uri="{FF2B5EF4-FFF2-40B4-BE49-F238E27FC236}">
                <a16:creationId xmlns:a16="http://schemas.microsoft.com/office/drawing/2014/main" id="{0D96BEE1-F4C0-5B5B-F34B-656D44E3F335}"/>
              </a:ext>
            </a:extLst>
          </p:cNvPr>
          <p:cNvCxnSpPr/>
          <p:nvPr/>
        </p:nvCxnSpPr>
        <p:spPr>
          <a:xfrm>
            <a:off x="7627938" y="3897313"/>
            <a:ext cx="0" cy="1752600"/>
          </a:xfrm>
          <a:prstGeom prst="line">
            <a:avLst/>
          </a:prstGeom>
          <a:ln w="25400" cap="sq">
            <a:solidFill>
              <a:schemeClr val="accent2"/>
            </a:solidFill>
            <a:bevel/>
            <a:headEnd type="none"/>
            <a:tailEnd type="none"/>
          </a:ln>
        </p:spPr>
        <p:style>
          <a:lnRef idx="1">
            <a:schemeClr val="accent1"/>
          </a:lnRef>
          <a:fillRef idx="0">
            <a:schemeClr val="accent1"/>
          </a:fillRef>
          <a:effectRef idx="0">
            <a:schemeClr val="accent1"/>
          </a:effectRef>
          <a:fontRef idx="minor">
            <a:schemeClr val="tx1"/>
          </a:fontRef>
        </p:style>
      </p:cxnSp>
      <p:sp>
        <p:nvSpPr>
          <p:cNvPr id="9" name="TextBox 3">
            <a:extLst>
              <a:ext uri="{FF2B5EF4-FFF2-40B4-BE49-F238E27FC236}">
                <a16:creationId xmlns:a16="http://schemas.microsoft.com/office/drawing/2014/main" id="{B3BA1805-5F06-26B6-AD4B-28B7DE390745}"/>
              </a:ext>
            </a:extLst>
          </p:cNvPr>
          <p:cNvSpPr txBox="1"/>
          <p:nvPr/>
        </p:nvSpPr>
        <p:spPr>
          <a:xfrm>
            <a:off x="822960" y="3987800"/>
            <a:ext cx="6583680" cy="1554163"/>
          </a:xfrm>
          <a:prstGeom prst="rect">
            <a:avLst/>
          </a:prstGeom>
          <a:noFill/>
        </p:spPr>
        <p:txBody>
          <a:bodyPr lIns="91428" tIns="45713" rIns="91428" bIns="45713">
            <a:spAutoFit/>
          </a:bodyPr>
          <a:lstStyle/>
          <a:p>
            <a:pPr algn="r" defTabSz="1371408" eaLnBrk="1" fontAlgn="auto" hangingPunct="1">
              <a:spcBef>
                <a:spcPts val="0"/>
              </a:spcBef>
              <a:spcAft>
                <a:spcPts val="0"/>
              </a:spcAft>
              <a:defRPr/>
            </a:pPr>
            <a:r>
              <a:rPr lang="es-ES_tradnl" sz="6000" b="1">
                <a:solidFill>
                  <a:schemeClr val="accent1"/>
                </a:solidFill>
                <a:latin typeface="+mj-lt"/>
              </a:rPr>
              <a:t>49.000 M$</a:t>
            </a:r>
          </a:p>
        </p:txBody>
      </p:sp>
      <p:sp>
        <p:nvSpPr>
          <p:cNvPr id="10" name="TextBox 30">
            <a:extLst>
              <a:ext uri="{FF2B5EF4-FFF2-40B4-BE49-F238E27FC236}">
                <a16:creationId xmlns:a16="http://schemas.microsoft.com/office/drawing/2014/main" id="{E71ED9F7-0615-D94B-3FA6-335030EC9CAA}"/>
              </a:ext>
            </a:extLst>
          </p:cNvPr>
          <p:cNvSpPr txBox="1"/>
          <p:nvPr/>
        </p:nvSpPr>
        <p:spPr>
          <a:xfrm>
            <a:off x="8161338" y="6519863"/>
            <a:ext cx="9509760" cy="1446212"/>
          </a:xfrm>
          <a:prstGeom prst="rect">
            <a:avLst/>
          </a:prstGeom>
          <a:noFill/>
        </p:spPr>
        <p:txBody>
          <a:bodyPr lIns="91428" tIns="45713" rIns="91428" bIns="45713">
            <a:spAutoFit/>
          </a:bodyPr>
          <a:lstStyle/>
          <a:p>
            <a:pPr defTabSz="1371408" eaLnBrk="1" fontAlgn="auto" hangingPunct="1">
              <a:spcBef>
                <a:spcPts val="0"/>
              </a:spcBef>
              <a:spcAft>
                <a:spcPts val="0"/>
              </a:spcAft>
              <a:defRPr/>
            </a:pPr>
            <a:r>
              <a:rPr lang="es-ES_tradnl" sz="2800" b="1">
                <a:solidFill>
                  <a:srgbClr val="00566C"/>
                </a:solidFill>
                <a:latin typeface="+mj-lt"/>
              </a:rPr>
              <a:t>de transacciones son fraude en ULB: 1 por cada 578 legítimas</a:t>
            </a:r>
          </a:p>
          <a:p>
            <a:pPr defTabSz="1371408" eaLnBrk="1" fontAlgn="auto" hangingPunct="1">
              <a:spcBef>
                <a:spcPts val="0"/>
              </a:spcBef>
              <a:spcAft>
                <a:spcPts val="0"/>
              </a:spcAft>
              <a:defRPr/>
            </a:pPr>
            <a:r>
              <a:rPr lang="es-ES_tradnl" sz="2000" b="0">
                <a:solidFill>
                  <a:srgbClr val="858591"/>
                </a:solidFill>
                <a:latin typeface="+mj-lt"/>
              </a:rPr>
              <a:t>El reto técnico: desbalance extremo de clases</a:t>
            </a:r>
          </a:p>
        </p:txBody>
      </p:sp>
      <p:cxnSp>
        <p:nvCxnSpPr>
          <p:cNvPr id="11" name="Straight Connector 2">
            <a:extLst>
              <a:ext uri="{FF2B5EF4-FFF2-40B4-BE49-F238E27FC236}">
                <a16:creationId xmlns:a16="http://schemas.microsoft.com/office/drawing/2014/main" id="{05500EE1-53AD-C7A1-B1D2-4D65AF0184CD}"/>
              </a:ext>
            </a:extLst>
          </p:cNvPr>
          <p:cNvCxnSpPr/>
          <p:nvPr/>
        </p:nvCxnSpPr>
        <p:spPr>
          <a:xfrm>
            <a:off x="7627938" y="6365875"/>
            <a:ext cx="0" cy="1752600"/>
          </a:xfrm>
          <a:prstGeom prst="line">
            <a:avLst/>
          </a:prstGeom>
          <a:ln w="25400" cap="sq">
            <a:solidFill>
              <a:schemeClr val="accent2"/>
            </a:solidFill>
            <a:bevel/>
            <a:headEnd type="none"/>
            <a:tailEnd type="none"/>
          </a:ln>
        </p:spPr>
        <p:style>
          <a:lnRef idx="1">
            <a:schemeClr val="accent1"/>
          </a:lnRef>
          <a:fillRef idx="0">
            <a:schemeClr val="accent1"/>
          </a:fillRef>
          <a:effectRef idx="0">
            <a:schemeClr val="accent1"/>
          </a:effectRef>
          <a:fontRef idx="minor">
            <a:schemeClr val="tx1"/>
          </a:fontRef>
        </p:style>
      </p:cxnSp>
      <p:sp>
        <p:nvSpPr>
          <p:cNvPr id="12" name="TextBox 3">
            <a:extLst>
              <a:ext uri="{FF2B5EF4-FFF2-40B4-BE49-F238E27FC236}">
                <a16:creationId xmlns:a16="http://schemas.microsoft.com/office/drawing/2014/main" id="{18C1ABE4-EDE3-3336-CFA9-9653188945F3}"/>
              </a:ext>
            </a:extLst>
          </p:cNvPr>
          <p:cNvSpPr txBox="1"/>
          <p:nvPr/>
        </p:nvSpPr>
        <p:spPr>
          <a:xfrm>
            <a:off x="822960" y="6457950"/>
            <a:ext cx="6583680" cy="1554163"/>
          </a:xfrm>
          <a:prstGeom prst="rect">
            <a:avLst/>
          </a:prstGeom>
          <a:noFill/>
        </p:spPr>
        <p:txBody>
          <a:bodyPr lIns="91428" tIns="45713" rIns="91428" bIns="45713">
            <a:spAutoFit/>
          </a:bodyPr>
          <a:lstStyle/>
          <a:p>
            <a:pPr algn="r" defTabSz="1371408" eaLnBrk="1" fontAlgn="auto" hangingPunct="1">
              <a:spcBef>
                <a:spcPts val="0"/>
              </a:spcBef>
              <a:spcAft>
                <a:spcPts val="0"/>
              </a:spcAft>
              <a:defRPr/>
            </a:pPr>
            <a:r>
              <a:rPr lang="es-ES_tradnl" sz="6000" b="1">
                <a:solidFill>
                  <a:schemeClr val="accent1"/>
                </a:solidFill>
                <a:latin typeface="+mj-lt"/>
              </a:rPr>
              <a:t>0,173 %</a:t>
            </a:r>
          </a:p>
        </p:txBody>
      </p:sp>
    </p:spTree>
  </p:cSld>
  <p:clrMapOvr>
    <a:masterClrMapping/>
  </p:clrMapOvr>
  <p:transition spd="med">
    <p:fade/>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F4F874-3A7A-36AF-D850-E8FF6CFC5D11}"/>
              </a:ext>
            </a:extLst>
          </p:cNvPr>
          <p:cNvSpPr>
            <a:spLocks noGrp="1"/>
          </p:cNvSpPr>
          <p:nvPr>
            <p:ph type="title"/>
          </p:nvPr>
        </p:nvSpPr>
        <p:spPr>
          <a:xfrm>
            <a:off x="876300" y="571500"/>
            <a:ext cx="16002000" cy="1322388"/>
          </a:xfrm>
        </p:spPr>
        <p:txBody>
          <a:bodyPr/>
          <a:lstStyle/>
          <a:p>
            <a:pPr defTabSz="1371408" eaLnBrk="1" fontAlgn="auto" hangingPunct="1">
              <a:spcAft>
                <a:spcPts val="0"/>
              </a:spcAft>
              <a:defRPr/>
            </a:pPr>
            <a:r>
              <a:rPr lang="es-ES_tradnl" dirty="0">
                <a:solidFill>
                  <a:schemeClr val="accent1"/>
                </a:solidFill>
              </a:rPr>
              <a:t>01 Introducción</a:t>
            </a:r>
            <a:br>
              <a:rPr lang="es-ES_tradnl" dirty="0"/>
            </a:br>
            <a:r>
              <a:rPr lang="es-ES_tradnl" dirty="0">
                <a:solidFill>
                  <a:srgbClr val="00566C"/>
                </a:solidFill>
              </a:rPr>
              <a:t>Pregunta de investigación y objetivo</a:t>
            </a:r>
          </a:p>
        </p:txBody>
      </p:sp>
      <p:sp>
        <p:nvSpPr>
          <p:cNvPr id="12293" name="Slide Number Placeholder 2">
            <a:extLst>
              <a:ext uri="{FF2B5EF4-FFF2-40B4-BE49-F238E27FC236}">
                <a16:creationId xmlns:a16="http://schemas.microsoft.com/office/drawing/2014/main" id="{07D3DA6B-98AD-FE61-3DA2-672D343678E7}"/>
              </a:ext>
            </a:extLst>
          </p:cNvPr>
          <p:cNvSpPr txBox="1">
            <a:spLocks noChangeArrowheads="1"/>
          </p:cNvSpPr>
          <p:nvPr/>
        </p:nvSpPr>
        <p:spPr bwMode="auto">
          <a:xfrm>
            <a:off x="16916400" y="9072563"/>
            <a:ext cx="1733550" cy="923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1428" tIns="45713" rIns="91428" bIns="45713">
            <a:spAutoFit/>
          </a:bodyPr>
          <a:lstStyle>
            <a:lvl1pPr>
              <a:defRPr sz="2700">
                <a:solidFill>
                  <a:schemeClr val="tx1"/>
                </a:solidFill>
                <a:latin typeface="Franklin Gothic Book" panose="020B0503020102020204" pitchFamily="34" charset="0"/>
              </a:defRPr>
            </a:lvl1pPr>
            <a:lvl2pPr marL="742950" indent="-285750">
              <a:defRPr sz="2700">
                <a:solidFill>
                  <a:schemeClr val="tx1"/>
                </a:solidFill>
                <a:latin typeface="Franklin Gothic Book" panose="020B0503020102020204" pitchFamily="34" charset="0"/>
              </a:defRPr>
            </a:lvl2pPr>
            <a:lvl3pPr marL="1143000" indent="-228600">
              <a:defRPr sz="2700">
                <a:solidFill>
                  <a:schemeClr val="tx1"/>
                </a:solidFill>
                <a:latin typeface="Franklin Gothic Book" panose="020B0503020102020204" pitchFamily="34" charset="0"/>
              </a:defRPr>
            </a:lvl3pPr>
            <a:lvl4pPr marL="1600200" indent="-228600">
              <a:defRPr sz="2700">
                <a:solidFill>
                  <a:schemeClr val="tx1"/>
                </a:solidFill>
                <a:latin typeface="Franklin Gothic Book" panose="020B0503020102020204" pitchFamily="34" charset="0"/>
              </a:defRPr>
            </a:lvl4pPr>
            <a:lvl5pPr marL="2057400" indent="-228600">
              <a:defRPr sz="2700">
                <a:solidFill>
                  <a:schemeClr val="tx1"/>
                </a:solidFill>
                <a:latin typeface="Franklin Gothic Book" panose="020B0503020102020204" pitchFamily="34" charset="0"/>
              </a:defRPr>
            </a:lvl5pPr>
            <a:lvl6pPr marL="2514600" indent="-228600" defTabSz="1370013" eaLnBrk="0" fontAlgn="base" hangingPunct="0">
              <a:spcBef>
                <a:spcPct val="0"/>
              </a:spcBef>
              <a:spcAft>
                <a:spcPct val="0"/>
              </a:spcAft>
              <a:defRPr sz="2700">
                <a:solidFill>
                  <a:schemeClr val="tx1"/>
                </a:solidFill>
                <a:latin typeface="Franklin Gothic Book" panose="020B0503020102020204" pitchFamily="34" charset="0"/>
              </a:defRPr>
            </a:lvl6pPr>
            <a:lvl7pPr marL="2971800" indent="-228600" defTabSz="1370013" eaLnBrk="0" fontAlgn="base" hangingPunct="0">
              <a:spcBef>
                <a:spcPct val="0"/>
              </a:spcBef>
              <a:spcAft>
                <a:spcPct val="0"/>
              </a:spcAft>
              <a:defRPr sz="2700">
                <a:solidFill>
                  <a:schemeClr val="tx1"/>
                </a:solidFill>
                <a:latin typeface="Franklin Gothic Book" panose="020B0503020102020204" pitchFamily="34" charset="0"/>
              </a:defRPr>
            </a:lvl7pPr>
            <a:lvl8pPr marL="3429000" indent="-228600" defTabSz="1370013" eaLnBrk="0" fontAlgn="base" hangingPunct="0">
              <a:spcBef>
                <a:spcPct val="0"/>
              </a:spcBef>
              <a:spcAft>
                <a:spcPct val="0"/>
              </a:spcAft>
              <a:defRPr sz="2700">
                <a:solidFill>
                  <a:schemeClr val="tx1"/>
                </a:solidFill>
                <a:latin typeface="Franklin Gothic Book" panose="020B0503020102020204" pitchFamily="34" charset="0"/>
              </a:defRPr>
            </a:lvl8pPr>
            <a:lvl9pPr marL="3886200" indent="-228600" defTabSz="1370013" eaLnBrk="0" fontAlgn="base" hangingPunct="0">
              <a:spcBef>
                <a:spcPct val="0"/>
              </a:spcBef>
              <a:spcAft>
                <a:spcPct val="0"/>
              </a:spcAft>
              <a:defRPr sz="2700">
                <a:solidFill>
                  <a:schemeClr val="tx1"/>
                </a:solidFill>
                <a:latin typeface="Franklin Gothic Book" panose="020B0503020102020204" pitchFamily="34" charset="0"/>
              </a:defRPr>
            </a:lvl9pPr>
          </a:lstStyle>
          <a:p>
            <a:pPr eaLnBrk="1" hangingPunct="1"/>
            <a:r>
              <a:rPr lang="es-ES" altLang="es-ES" b="1">
                <a:solidFill>
                  <a:schemeClr val="accent2"/>
                </a:solidFill>
                <a:latin typeface="Franklin Gothic Medium" panose="020B0603020102090204" pitchFamily="34" charset="0"/>
              </a:rPr>
              <a:t>pág.</a:t>
            </a:r>
          </a:p>
          <a:p>
            <a:pPr eaLnBrk="1" hangingPunct="1"/>
            <a:r>
              <a:rPr lang="es-ES" altLang="es-ES" b="1">
                <a:solidFill>
                  <a:schemeClr val="accent2"/>
                </a:solidFill>
                <a:latin typeface="Franklin Gothic Medium" panose="020B0603020102090204" pitchFamily="34" charset="0"/>
              </a:rPr>
              <a:t>0</a:t>
            </a:r>
            <a:fld id="{EB48EA59-A2D3-4BAB-8B35-26AD123258B3}" type="slidenum">
              <a:rPr lang="es-ES" altLang="es-ES" b="1">
                <a:solidFill>
                  <a:schemeClr val="accent2"/>
                </a:solidFill>
                <a:latin typeface="Franklin Gothic Medium" panose="020B0603020102090204" pitchFamily="34" charset="0"/>
              </a:rPr>
              <a:pPr eaLnBrk="1" hangingPunct="1"/>
              <a:t>4</a:t>
            </a:fld>
            <a:endParaRPr lang="es-ES" altLang="es-ES" b="1">
              <a:solidFill>
                <a:schemeClr val="accent2"/>
              </a:solidFill>
              <a:latin typeface="Franklin Gothic Medium" panose="020B0603020102090204" pitchFamily="34" charset="0"/>
            </a:endParaRPr>
          </a:p>
        </p:txBody>
      </p:sp>
      <p:sp>
        <p:nvSpPr>
          <p:cNvPr id="12294" name="TextBox 12293"/>
          <p:cNvSpPr txBox="1"/>
          <p:nvPr/>
        </p:nvSpPr>
        <p:spPr>
          <a:xfrm>
            <a:off x="914400" y="2148840"/>
            <a:ext cx="16459200" cy="1828800"/>
          </a:xfrm>
          <a:prstGeom prst="rect">
            <a:avLst/>
          </a:prstGeom>
          <a:noFill/>
        </p:spPr>
        <p:txBody>
          <a:bodyPr wrap="square" anchor="t" lIns="45720" rIns="45720" tIns="27432" bIns="27432">
            <a:spAutoFit/>
          </a:bodyPr>
          <a:lstStyle/>
          <a:p>
            <a:pPr algn="l" marL="0" indent="0">
              <a:spcAft>
                <a:spcPts val="800"/>
              </a:spcAft>
              <a:buNone/>
            </a:pPr>
            <a:r>
              <a:rPr sz="3000" b="0">
                <a:solidFill>
                  <a:srgbClr val="219BC3"/>
                </a:solidFill>
                <a:latin typeface="Franklin Gothic Medium"/>
              </a:rPr>
              <a:t>¿Qué modelo supervisado ofrece el mejor equilibrio entre detección de fraude, interpretabilidad y coste computacional… y se sostiene el protocolo en otro dominio?</a:t>
            </a:r>
          </a:p>
        </p:txBody>
      </p:sp>
      <p:sp>
        <p:nvSpPr>
          <p:cNvPr id="12295" name="TextBox 12294"/>
          <p:cNvSpPr txBox="1"/>
          <p:nvPr/>
        </p:nvSpPr>
        <p:spPr>
          <a:xfrm>
            <a:off x="914400" y="4251960"/>
            <a:ext cx="7680960" cy="4389120"/>
          </a:xfrm>
          <a:prstGeom prst="rect">
            <a:avLst/>
          </a:prstGeom>
          <a:noFill/>
        </p:spPr>
        <p:txBody>
          <a:bodyPr wrap="square" anchor="t" lIns="45720" rIns="45720" tIns="27432" bIns="27432">
            <a:spAutoFit/>
          </a:bodyPr>
          <a:lstStyle/>
          <a:p>
            <a:pPr algn="l" marL="0" indent="0">
              <a:spcAft>
                <a:spcPts val="800"/>
              </a:spcAft>
              <a:buNone/>
            </a:pPr>
            <a:r>
              <a:rPr sz="2200" b="0">
                <a:solidFill>
                  <a:srgbClr val="00566C"/>
                </a:solidFill>
                <a:latin typeface="Franklin Gothic Medium"/>
              </a:rPr>
              <a:t>Objetivo general</a:t>
            </a:r>
          </a:p>
          <a:p>
            <a:pPr algn="l" marL="0" indent="0">
              <a:spcAft>
                <a:spcPts val="800"/>
              </a:spcAft>
              <a:buNone/>
            </a:pPr>
            <a:r>
              <a:rPr sz="2200" b="0">
                <a:solidFill>
                  <a:srgbClr val="3C3C48"/>
                </a:solidFill>
                <a:latin typeface="Franklin Gothic Book"/>
              </a:rPr>
              <a:t>Diseñar y aplicar un protocolo experimental sistemático, reproducible y sin data leakage que sirva de referencia metodológica para seleccionar modelos antifraude en banca.</a:t>
            </a:r>
          </a:p>
        </p:txBody>
      </p:sp>
      <p:sp>
        <p:nvSpPr>
          <p:cNvPr id="12296" name="TextBox 12295"/>
          <p:cNvSpPr txBox="1"/>
          <p:nvPr/>
        </p:nvSpPr>
        <p:spPr>
          <a:xfrm>
            <a:off x="9326880" y="4251960"/>
            <a:ext cx="8046720" cy="4389120"/>
          </a:xfrm>
          <a:prstGeom prst="rect">
            <a:avLst/>
          </a:prstGeom>
          <a:noFill/>
        </p:spPr>
        <p:txBody>
          <a:bodyPr wrap="square" anchor="t" lIns="45720" rIns="45720" tIns="27432" bIns="27432">
            <a:spAutoFit/>
          </a:bodyPr>
          <a:lstStyle/>
          <a:p>
            <a:pPr algn="l" marL="0" indent="0">
              <a:spcAft>
                <a:spcPts val="1200"/>
              </a:spcAft>
              <a:buNone/>
            </a:pPr>
            <a:r>
              <a:rPr sz="2200" b="0">
                <a:solidFill>
                  <a:srgbClr val="00566C"/>
                </a:solidFill>
                <a:latin typeface="Franklin Gothic Medium"/>
              </a:rPr>
              <a:t>Cuatro ejes de análisis</a:t>
            </a:r>
          </a:p>
          <a:p>
            <a:pPr algn="l" marL="274320" indent="-274320">
              <a:spcAft>
                <a:spcPts val="1200"/>
              </a:spcAft>
              <a:buClr>
                <a:srgbClr val="219BC3"/>
              </a:buClr>
              <a:buFont typeface="Arial"/>
              <a:buChar char="•"/>
            </a:pPr>
            <a:r>
              <a:rPr sz="2200" b="1">
                <a:solidFill>
                  <a:srgbClr val="00566C"/>
                </a:solidFill>
                <a:latin typeface="Franklin Gothic Book"/>
              </a:rPr>
              <a:t>Comparativa: </a:t>
            </a:r>
            <a:r>
              <a:rPr sz="2200" b="0">
                <a:solidFill>
                  <a:srgbClr val="3C3C48"/>
                </a:solidFill>
                <a:latin typeface="Franklin Gothic Book"/>
              </a:rPr>
              <a:t>5 modelos × 3 estrategias de resampling</a:t>
            </a:r>
          </a:p>
          <a:p>
            <a:pPr algn="l" marL="274320" indent="-274320">
              <a:spcAft>
                <a:spcPts val="1200"/>
              </a:spcAft>
              <a:buClr>
                <a:srgbClr val="219BC3"/>
              </a:buClr>
              <a:buFont typeface="Arial"/>
              <a:buChar char="•"/>
            </a:pPr>
            <a:r>
              <a:rPr sz="2200" b="1">
                <a:solidFill>
                  <a:srgbClr val="00566C"/>
                </a:solidFill>
                <a:latin typeface="Franklin Gothic Book"/>
              </a:rPr>
              <a:t>Desbalance: </a:t>
            </a:r>
            <a:r>
              <a:rPr sz="2200" b="0">
                <a:solidFill>
                  <a:srgbClr val="3C3C48"/>
                </a:solidFill>
                <a:latin typeface="Franklin Gothic Book"/>
              </a:rPr>
              <a:t>sin tratamiento, SMOTE y ADASYN</a:t>
            </a:r>
          </a:p>
          <a:p>
            <a:pPr algn="l" marL="274320" indent="-274320">
              <a:spcAft>
                <a:spcPts val="1200"/>
              </a:spcAft>
              <a:buClr>
                <a:srgbClr val="219BC3"/>
              </a:buClr>
              <a:buFont typeface="Arial"/>
              <a:buChar char="•"/>
            </a:pPr>
            <a:r>
              <a:rPr sz="2200" b="1">
                <a:solidFill>
                  <a:srgbClr val="00566C"/>
                </a:solidFill>
                <a:latin typeface="Franklin Gothic Book"/>
              </a:rPr>
              <a:t>Interpretabilidad y coste: </a:t>
            </a:r>
            <a:r>
              <a:rPr sz="2200" b="0">
                <a:solidFill>
                  <a:srgbClr val="3C3C48"/>
                </a:solidFill>
                <a:latin typeface="Franklin Gothic Book"/>
              </a:rPr>
              <a:t>SHAP y tiempos</a:t>
            </a:r>
          </a:p>
          <a:p>
            <a:pPr algn="l" marL="274320" indent="-274320">
              <a:spcAft>
                <a:spcPts val="1200"/>
              </a:spcAft>
              <a:buClr>
                <a:srgbClr val="219BC3"/>
              </a:buClr>
              <a:buFont typeface="Arial"/>
              <a:buChar char="•"/>
            </a:pPr>
            <a:r>
              <a:rPr sz="2200" b="1">
                <a:solidFill>
                  <a:srgbClr val="00566C"/>
                </a:solidFill>
                <a:latin typeface="Franklin Gothic Book"/>
              </a:rPr>
              <a:t>Validación externa: </a:t>
            </a:r>
            <a:r>
              <a:rPr sz="2200" b="0">
                <a:solidFill>
                  <a:srgbClr val="3C3C48"/>
                </a:solidFill>
                <a:latin typeface="Franklin Gothic Book"/>
              </a:rPr>
              <a:t>protocolo aplicado a IEEE-CIS</a:t>
            </a:r>
          </a:p>
        </p:txBody>
      </p:sp>
    </p:spTree>
  </p:cSld>
  <p:clrMapOvr>
    <a:masterClrMapping/>
  </p:clrMapOvr>
  <p:transition spd="med">
    <p:fade/>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59CF4AC-0242-C393-575C-E8973F634D3B}"/>
              </a:ext>
            </a:extLst>
          </p:cNvPr>
          <p:cNvSpPr>
            <a:spLocks noGrp="1"/>
          </p:cNvSpPr>
          <p:nvPr>
            <p:ph type="title"/>
          </p:nvPr>
        </p:nvSpPr>
        <p:spPr>
          <a:xfrm>
            <a:off x="876300" y="571500"/>
            <a:ext cx="16002000" cy="1322388"/>
          </a:xfrm>
        </p:spPr>
        <p:txBody>
          <a:bodyPr/>
          <a:lstStyle/>
          <a:p>
            <a:pPr defTabSz="1371408" eaLnBrk="1" fontAlgn="auto" hangingPunct="1">
              <a:spcAft>
                <a:spcPts val="0"/>
              </a:spcAft>
              <a:defRPr/>
            </a:pPr>
            <a:r>
              <a:rPr lang="es-ES_tradnl">
                <a:solidFill>
                  <a:schemeClr val="accent1"/>
                </a:solidFill>
              </a:rPr>
              <a:t>01 Introducción</a:t>
            </a:r>
            <a:br>
              <a:rPr lang="es-ES_tradnl"/>
            </a:br>
            <a:r>
              <a:rPr lang="es-ES_tradnl">
                <a:solidFill>
                  <a:srgbClr val="00566C"/>
                </a:solidFill>
              </a:rPr>
              <a:t>Contribuciones del trabajo</a:t>
            </a:r>
          </a:p>
        </p:txBody>
      </p:sp>
      <p:grpSp>
        <p:nvGrpSpPr>
          <p:cNvPr id="13315" name="Group 58">
            <a:extLst>
              <a:ext uri="{FF2B5EF4-FFF2-40B4-BE49-F238E27FC236}">
                <a16:creationId xmlns:a16="http://schemas.microsoft.com/office/drawing/2014/main" id="{8EAC4C2E-375E-A813-1C5C-076610D972CE}"/>
              </a:ext>
            </a:extLst>
          </p:cNvPr>
          <p:cNvGrpSpPr>
            <a:grpSpLocks/>
          </p:cNvGrpSpPr>
          <p:nvPr/>
        </p:nvGrpSpPr>
        <p:grpSpPr bwMode="auto">
          <a:xfrm>
            <a:off x="1370013" y="2933700"/>
            <a:ext cx="3694112" cy="4989513"/>
            <a:chOff x="1369272" y="3290036"/>
            <a:chExt cx="3694493" cy="4989964"/>
          </a:xfrm>
        </p:grpSpPr>
        <p:sp>
          <p:nvSpPr>
            <p:cNvPr id="42" name="TextBox 41">
              <a:extLst>
                <a:ext uri="{FF2B5EF4-FFF2-40B4-BE49-F238E27FC236}">
                  <a16:creationId xmlns:a16="http://schemas.microsoft.com/office/drawing/2014/main" id="{2610A3DA-FB22-367C-6E60-7F5E2B729E57}"/>
                </a:ext>
              </a:extLst>
            </p:cNvPr>
            <p:cNvSpPr txBox="1"/>
            <p:nvPr/>
          </p:nvSpPr>
          <p:spPr>
            <a:xfrm>
              <a:off x="1369272" y="4104498"/>
              <a:ext cx="3694493" cy="646170"/>
            </a:xfrm>
            <a:prstGeom prst="rect">
              <a:avLst/>
            </a:prstGeom>
            <a:noFill/>
          </p:spPr>
          <p:txBody>
            <a:bodyPr>
              <a:spAutoFit/>
            </a:bodyPr>
            <a:lstStyle/>
            <a:p>
              <a:pPr defTabSz="1371408" eaLnBrk="1" fontAlgn="auto" hangingPunct="1">
                <a:spcBef>
                  <a:spcPts val="0"/>
                </a:spcBef>
                <a:spcAft>
                  <a:spcPts val="0"/>
                </a:spcAft>
                <a:defRPr/>
              </a:pPr>
              <a:r>
                <a:rPr lang="es-ES_tradnl" sz="2600" err="1">
                  <a:solidFill>
                    <a:schemeClr val="accent1"/>
                  </a:solidFill>
                  <a:latin typeface="+mj-lt"/>
                </a:rPr>
                <a:t>Comparativa</a:t>
              </a:r>
            </a:p>
          </p:txBody>
        </p:sp>
        <p:sp>
          <p:nvSpPr>
            <p:cNvPr id="13328" name="Freeform 122">
              <a:extLst>
                <a:ext uri="{FF2B5EF4-FFF2-40B4-BE49-F238E27FC236}">
                  <a16:creationId xmlns:a16="http://schemas.microsoft.com/office/drawing/2014/main" id="{89097637-F475-2103-1769-02A34896FD2E}"/>
                </a:ext>
              </a:extLst>
            </p:cNvPr>
            <p:cNvSpPr>
              <a:spLocks noEditPoints="1"/>
            </p:cNvSpPr>
            <p:nvPr/>
          </p:nvSpPr>
          <p:spPr bwMode="auto">
            <a:xfrm>
              <a:off x="1369272" y="3290036"/>
              <a:ext cx="628506" cy="628506"/>
            </a:xfrm>
            <a:custGeom>
              <a:avLst/>
              <a:gdLst>
                <a:gd name="T0" fmla="*/ 2147483646 w 176"/>
                <a:gd name="T1" fmla="*/ 663127396 h 176"/>
                <a:gd name="T2" fmla="*/ 2147483646 w 176"/>
                <a:gd name="T3" fmla="*/ 637622908 h 176"/>
                <a:gd name="T4" fmla="*/ 2147483646 w 176"/>
                <a:gd name="T5" fmla="*/ 637622908 h 176"/>
                <a:gd name="T6" fmla="*/ 2147483646 w 176"/>
                <a:gd name="T7" fmla="*/ 624870664 h 176"/>
                <a:gd name="T8" fmla="*/ 2147483646 w 176"/>
                <a:gd name="T9" fmla="*/ 624870664 h 176"/>
                <a:gd name="T10" fmla="*/ 1619559972 w 176"/>
                <a:gd name="T11" fmla="*/ 25504488 h 176"/>
                <a:gd name="T12" fmla="*/ 1619559972 w 176"/>
                <a:gd name="T13" fmla="*/ 25504488 h 176"/>
                <a:gd name="T14" fmla="*/ 1581303241 w 176"/>
                <a:gd name="T15" fmla="*/ 0 h 176"/>
                <a:gd name="T16" fmla="*/ 663127396 w 176"/>
                <a:gd name="T17" fmla="*/ 0 h 176"/>
                <a:gd name="T18" fmla="*/ 624870664 w 176"/>
                <a:gd name="T19" fmla="*/ 25504488 h 176"/>
                <a:gd name="T20" fmla="*/ 624870664 w 176"/>
                <a:gd name="T21" fmla="*/ 25504488 h 176"/>
                <a:gd name="T22" fmla="*/ 12752244 w 176"/>
                <a:gd name="T23" fmla="*/ 624870664 h 176"/>
                <a:gd name="T24" fmla="*/ 12752244 w 176"/>
                <a:gd name="T25" fmla="*/ 624870664 h 176"/>
                <a:gd name="T26" fmla="*/ 12752244 w 176"/>
                <a:gd name="T27" fmla="*/ 637622908 h 176"/>
                <a:gd name="T28" fmla="*/ 12752244 w 176"/>
                <a:gd name="T29" fmla="*/ 637622908 h 176"/>
                <a:gd name="T30" fmla="*/ 0 w 176"/>
                <a:gd name="T31" fmla="*/ 663127396 h 176"/>
                <a:gd name="T32" fmla="*/ 12752244 w 176"/>
                <a:gd name="T33" fmla="*/ 688631884 h 176"/>
                <a:gd name="T34" fmla="*/ 12752244 w 176"/>
                <a:gd name="T35" fmla="*/ 701384128 h 176"/>
                <a:gd name="T36" fmla="*/ 1083958587 w 176"/>
                <a:gd name="T37" fmla="*/ 2147483646 h 176"/>
                <a:gd name="T38" fmla="*/ 1083958587 w 176"/>
                <a:gd name="T39" fmla="*/ 2147483646 h 176"/>
                <a:gd name="T40" fmla="*/ 1122215318 w 176"/>
                <a:gd name="T41" fmla="*/ 2147483646 h 176"/>
                <a:gd name="T42" fmla="*/ 1160472050 w 176"/>
                <a:gd name="T43" fmla="*/ 2147483646 h 176"/>
                <a:gd name="T44" fmla="*/ 1160472050 w 176"/>
                <a:gd name="T45" fmla="*/ 2147483646 h 176"/>
                <a:gd name="T46" fmla="*/ 2147483646 w 176"/>
                <a:gd name="T47" fmla="*/ 701384128 h 176"/>
                <a:gd name="T48" fmla="*/ 2147483646 w 176"/>
                <a:gd name="T49" fmla="*/ 688631884 h 176"/>
                <a:gd name="T50" fmla="*/ 2147483646 w 176"/>
                <a:gd name="T51" fmla="*/ 663127396 h 176"/>
                <a:gd name="T52" fmla="*/ 1555798753 w 176"/>
                <a:gd name="T53" fmla="*/ 102017951 h 176"/>
                <a:gd name="T54" fmla="*/ 2065895651 w 176"/>
                <a:gd name="T55" fmla="*/ 612118420 h 176"/>
                <a:gd name="T56" fmla="*/ 1606807729 w 176"/>
                <a:gd name="T57" fmla="*/ 612118420 h 176"/>
                <a:gd name="T58" fmla="*/ 1351759280 w 176"/>
                <a:gd name="T59" fmla="*/ 102017951 h 176"/>
                <a:gd name="T60" fmla="*/ 1555798753 w 176"/>
                <a:gd name="T61" fmla="*/ 102017951 h 176"/>
                <a:gd name="T62" fmla="*/ 1249741328 w 176"/>
                <a:gd name="T63" fmla="*/ 102017951 h 176"/>
                <a:gd name="T64" fmla="*/ 1504789777 w 176"/>
                <a:gd name="T65" fmla="*/ 612118420 h 176"/>
                <a:gd name="T66" fmla="*/ 739640859 w 176"/>
                <a:gd name="T67" fmla="*/ 612118420 h 176"/>
                <a:gd name="T68" fmla="*/ 994689308 w 176"/>
                <a:gd name="T69" fmla="*/ 102017951 h 176"/>
                <a:gd name="T70" fmla="*/ 1249741328 w 176"/>
                <a:gd name="T71" fmla="*/ 102017951 h 176"/>
                <a:gd name="T72" fmla="*/ 688631884 w 176"/>
                <a:gd name="T73" fmla="*/ 102017951 h 176"/>
                <a:gd name="T74" fmla="*/ 892671357 w 176"/>
                <a:gd name="T75" fmla="*/ 102017951 h 176"/>
                <a:gd name="T76" fmla="*/ 637622908 w 176"/>
                <a:gd name="T77" fmla="*/ 612118420 h 176"/>
                <a:gd name="T78" fmla="*/ 178534986 w 176"/>
                <a:gd name="T79" fmla="*/ 612118420 h 176"/>
                <a:gd name="T80" fmla="*/ 688631884 w 176"/>
                <a:gd name="T81" fmla="*/ 102017951 h 176"/>
                <a:gd name="T82" fmla="*/ 153030498 w 176"/>
                <a:gd name="T83" fmla="*/ 714136371 h 176"/>
                <a:gd name="T84" fmla="*/ 624870664 w 176"/>
                <a:gd name="T85" fmla="*/ 714136371 h 176"/>
                <a:gd name="T86" fmla="*/ 981937064 w 176"/>
                <a:gd name="T87" fmla="*/ 1900112909 h 176"/>
                <a:gd name="T88" fmla="*/ 153030498 w 176"/>
                <a:gd name="T89" fmla="*/ 714136371 h 176"/>
                <a:gd name="T90" fmla="*/ 1122215318 w 176"/>
                <a:gd name="T91" fmla="*/ 2014886675 h 176"/>
                <a:gd name="T92" fmla="*/ 726888615 w 176"/>
                <a:gd name="T93" fmla="*/ 714136371 h 176"/>
                <a:gd name="T94" fmla="*/ 1517542021 w 176"/>
                <a:gd name="T95" fmla="*/ 714136371 h 176"/>
                <a:gd name="T96" fmla="*/ 1122215318 w 176"/>
                <a:gd name="T97" fmla="*/ 2014886675 h 176"/>
                <a:gd name="T98" fmla="*/ 1262493572 w 176"/>
                <a:gd name="T99" fmla="*/ 1900112909 h 176"/>
                <a:gd name="T100" fmla="*/ 1619559972 w 176"/>
                <a:gd name="T101" fmla="*/ 714136371 h 176"/>
                <a:gd name="T102" fmla="*/ 2091400139 w 176"/>
                <a:gd name="T103" fmla="*/ 714136371 h 176"/>
                <a:gd name="T104" fmla="*/ 1262493572 w 176"/>
                <a:gd name="T105" fmla="*/ 1900112909 h 17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Lst>
              <a:ahLst/>
              <a:cxnLst>
                <a:cxn ang="T106">
                  <a:pos x="T0" y="T1"/>
                </a:cxn>
                <a:cxn ang="T107">
                  <a:pos x="T2" y="T3"/>
                </a:cxn>
                <a:cxn ang="T108">
                  <a:pos x="T4" y="T5"/>
                </a:cxn>
                <a:cxn ang="T109">
                  <a:pos x="T6" y="T7"/>
                </a:cxn>
                <a:cxn ang="T110">
                  <a:pos x="T8" y="T9"/>
                </a:cxn>
                <a:cxn ang="T111">
                  <a:pos x="T10" y="T11"/>
                </a:cxn>
                <a:cxn ang="T112">
                  <a:pos x="T12" y="T13"/>
                </a:cxn>
                <a:cxn ang="T113">
                  <a:pos x="T14" y="T15"/>
                </a:cxn>
                <a:cxn ang="T114">
                  <a:pos x="T16" y="T17"/>
                </a:cxn>
                <a:cxn ang="T115">
                  <a:pos x="T18" y="T19"/>
                </a:cxn>
                <a:cxn ang="T116">
                  <a:pos x="T20" y="T21"/>
                </a:cxn>
                <a:cxn ang="T117">
                  <a:pos x="T22" y="T23"/>
                </a:cxn>
                <a:cxn ang="T118">
                  <a:pos x="T24" y="T25"/>
                </a:cxn>
                <a:cxn ang="T119">
                  <a:pos x="T26" y="T27"/>
                </a:cxn>
                <a:cxn ang="T120">
                  <a:pos x="T28" y="T29"/>
                </a:cxn>
                <a:cxn ang="T121">
                  <a:pos x="T30" y="T31"/>
                </a:cxn>
                <a:cxn ang="T122">
                  <a:pos x="T32" y="T33"/>
                </a:cxn>
                <a:cxn ang="T123">
                  <a:pos x="T34" y="T35"/>
                </a:cxn>
                <a:cxn ang="T124">
                  <a:pos x="T36" y="T37"/>
                </a:cxn>
                <a:cxn ang="T125">
                  <a:pos x="T38" y="T39"/>
                </a:cxn>
                <a:cxn ang="T126">
                  <a:pos x="T40" y="T41"/>
                </a:cxn>
                <a:cxn ang="T127">
                  <a:pos x="T42" y="T43"/>
                </a:cxn>
                <a:cxn ang="T128">
                  <a:pos x="T44" y="T45"/>
                </a:cxn>
                <a:cxn ang="T129">
                  <a:pos x="T46" y="T47"/>
                </a:cxn>
                <a:cxn ang="T130">
                  <a:pos x="T48" y="T49"/>
                </a:cxn>
                <a:cxn ang="T131">
                  <a:pos x="T50" y="T51"/>
                </a:cxn>
                <a:cxn ang="T132">
                  <a:pos x="T52" y="T53"/>
                </a:cxn>
                <a:cxn ang="T133">
                  <a:pos x="T54" y="T55"/>
                </a:cxn>
                <a:cxn ang="T134">
                  <a:pos x="T56" y="T57"/>
                </a:cxn>
                <a:cxn ang="T135">
                  <a:pos x="T58" y="T59"/>
                </a:cxn>
                <a:cxn ang="T136">
                  <a:pos x="T60" y="T61"/>
                </a:cxn>
                <a:cxn ang="T137">
                  <a:pos x="T62" y="T63"/>
                </a:cxn>
                <a:cxn ang="T138">
                  <a:pos x="T64" y="T65"/>
                </a:cxn>
                <a:cxn ang="T139">
                  <a:pos x="T66" y="T67"/>
                </a:cxn>
                <a:cxn ang="T140">
                  <a:pos x="T68" y="T69"/>
                </a:cxn>
                <a:cxn ang="T141">
                  <a:pos x="T70" y="T71"/>
                </a:cxn>
                <a:cxn ang="T142">
                  <a:pos x="T72" y="T73"/>
                </a:cxn>
                <a:cxn ang="T143">
                  <a:pos x="T74" y="T75"/>
                </a:cxn>
                <a:cxn ang="T144">
                  <a:pos x="T76" y="T77"/>
                </a:cxn>
                <a:cxn ang="T145">
                  <a:pos x="T78" y="T79"/>
                </a:cxn>
                <a:cxn ang="T146">
                  <a:pos x="T80" y="T81"/>
                </a:cxn>
                <a:cxn ang="T147">
                  <a:pos x="T82" y="T83"/>
                </a:cxn>
                <a:cxn ang="T148">
                  <a:pos x="T84" y="T85"/>
                </a:cxn>
                <a:cxn ang="T149">
                  <a:pos x="T86" y="T87"/>
                </a:cxn>
                <a:cxn ang="T150">
                  <a:pos x="T88" y="T89"/>
                </a:cxn>
                <a:cxn ang="T151">
                  <a:pos x="T90" y="T91"/>
                </a:cxn>
                <a:cxn ang="T152">
                  <a:pos x="T92" y="T93"/>
                </a:cxn>
                <a:cxn ang="T153">
                  <a:pos x="T94" y="T95"/>
                </a:cxn>
                <a:cxn ang="T154">
                  <a:pos x="T96" y="T97"/>
                </a:cxn>
                <a:cxn ang="T155">
                  <a:pos x="T98" y="T99"/>
                </a:cxn>
                <a:cxn ang="T156">
                  <a:pos x="T100" y="T101"/>
                </a:cxn>
                <a:cxn ang="T157">
                  <a:pos x="T102" y="T103"/>
                </a:cxn>
                <a:cxn ang="T158">
                  <a:pos x="T104" y="T105"/>
                </a:cxn>
              </a:cxnLst>
              <a:rect l="0" t="0" r="r" b="b"/>
              <a:pathLst>
                <a:path w="176" h="176">
                  <a:moveTo>
                    <a:pt x="176" y="52"/>
                  </a:moveTo>
                  <a:cubicBezTo>
                    <a:pt x="176" y="51"/>
                    <a:pt x="176" y="50"/>
                    <a:pt x="175" y="50"/>
                  </a:cubicBezTo>
                  <a:cubicBezTo>
                    <a:pt x="175" y="50"/>
                    <a:pt x="175" y="50"/>
                    <a:pt x="175" y="50"/>
                  </a:cubicBezTo>
                  <a:cubicBezTo>
                    <a:pt x="175" y="49"/>
                    <a:pt x="175" y="49"/>
                    <a:pt x="175" y="49"/>
                  </a:cubicBezTo>
                  <a:cubicBezTo>
                    <a:pt x="175" y="49"/>
                    <a:pt x="175" y="49"/>
                    <a:pt x="175" y="49"/>
                  </a:cubicBezTo>
                  <a:cubicBezTo>
                    <a:pt x="127" y="2"/>
                    <a:pt x="127" y="2"/>
                    <a:pt x="127" y="2"/>
                  </a:cubicBezTo>
                  <a:cubicBezTo>
                    <a:pt x="127" y="2"/>
                    <a:pt x="127" y="2"/>
                    <a:pt x="127" y="2"/>
                  </a:cubicBezTo>
                  <a:cubicBezTo>
                    <a:pt x="126" y="1"/>
                    <a:pt x="125" y="0"/>
                    <a:pt x="124" y="0"/>
                  </a:cubicBezTo>
                  <a:cubicBezTo>
                    <a:pt x="52" y="0"/>
                    <a:pt x="52" y="0"/>
                    <a:pt x="52" y="0"/>
                  </a:cubicBezTo>
                  <a:cubicBezTo>
                    <a:pt x="51" y="0"/>
                    <a:pt x="50" y="1"/>
                    <a:pt x="49" y="2"/>
                  </a:cubicBezTo>
                  <a:cubicBezTo>
                    <a:pt x="49" y="2"/>
                    <a:pt x="49" y="2"/>
                    <a:pt x="49" y="2"/>
                  </a:cubicBezTo>
                  <a:cubicBezTo>
                    <a:pt x="1" y="49"/>
                    <a:pt x="1" y="49"/>
                    <a:pt x="1" y="49"/>
                  </a:cubicBezTo>
                  <a:cubicBezTo>
                    <a:pt x="1" y="49"/>
                    <a:pt x="1" y="49"/>
                    <a:pt x="1" y="49"/>
                  </a:cubicBezTo>
                  <a:cubicBezTo>
                    <a:pt x="1" y="50"/>
                    <a:pt x="1" y="50"/>
                    <a:pt x="1" y="50"/>
                  </a:cubicBezTo>
                  <a:cubicBezTo>
                    <a:pt x="1" y="50"/>
                    <a:pt x="1" y="50"/>
                    <a:pt x="1" y="50"/>
                  </a:cubicBezTo>
                  <a:cubicBezTo>
                    <a:pt x="0" y="50"/>
                    <a:pt x="0" y="51"/>
                    <a:pt x="0" y="52"/>
                  </a:cubicBezTo>
                  <a:cubicBezTo>
                    <a:pt x="0" y="53"/>
                    <a:pt x="0" y="54"/>
                    <a:pt x="1" y="54"/>
                  </a:cubicBezTo>
                  <a:cubicBezTo>
                    <a:pt x="1" y="55"/>
                    <a:pt x="1" y="55"/>
                    <a:pt x="1" y="55"/>
                  </a:cubicBezTo>
                  <a:cubicBezTo>
                    <a:pt x="85" y="175"/>
                    <a:pt x="85" y="175"/>
                    <a:pt x="85" y="175"/>
                  </a:cubicBezTo>
                  <a:cubicBezTo>
                    <a:pt x="85" y="174"/>
                    <a:pt x="85" y="174"/>
                    <a:pt x="85" y="174"/>
                  </a:cubicBezTo>
                  <a:cubicBezTo>
                    <a:pt x="86" y="175"/>
                    <a:pt x="87" y="176"/>
                    <a:pt x="88" y="176"/>
                  </a:cubicBezTo>
                  <a:cubicBezTo>
                    <a:pt x="89" y="176"/>
                    <a:pt x="90" y="175"/>
                    <a:pt x="91" y="174"/>
                  </a:cubicBezTo>
                  <a:cubicBezTo>
                    <a:pt x="91" y="175"/>
                    <a:pt x="91" y="175"/>
                    <a:pt x="91" y="175"/>
                  </a:cubicBezTo>
                  <a:cubicBezTo>
                    <a:pt x="175" y="55"/>
                    <a:pt x="175" y="55"/>
                    <a:pt x="175" y="55"/>
                  </a:cubicBezTo>
                  <a:cubicBezTo>
                    <a:pt x="175" y="54"/>
                    <a:pt x="175" y="54"/>
                    <a:pt x="175" y="54"/>
                  </a:cubicBezTo>
                  <a:cubicBezTo>
                    <a:pt x="176" y="54"/>
                    <a:pt x="176" y="53"/>
                    <a:pt x="176" y="52"/>
                  </a:cubicBezTo>
                  <a:moveTo>
                    <a:pt x="122" y="8"/>
                  </a:moveTo>
                  <a:cubicBezTo>
                    <a:pt x="162" y="48"/>
                    <a:pt x="162" y="48"/>
                    <a:pt x="162" y="48"/>
                  </a:cubicBezTo>
                  <a:cubicBezTo>
                    <a:pt x="126" y="48"/>
                    <a:pt x="126" y="48"/>
                    <a:pt x="126" y="48"/>
                  </a:cubicBezTo>
                  <a:cubicBezTo>
                    <a:pt x="106" y="8"/>
                    <a:pt x="106" y="8"/>
                    <a:pt x="106" y="8"/>
                  </a:cubicBezTo>
                  <a:lnTo>
                    <a:pt x="122" y="8"/>
                  </a:lnTo>
                  <a:close/>
                  <a:moveTo>
                    <a:pt x="98" y="8"/>
                  </a:moveTo>
                  <a:cubicBezTo>
                    <a:pt x="118" y="48"/>
                    <a:pt x="118" y="48"/>
                    <a:pt x="118" y="48"/>
                  </a:cubicBezTo>
                  <a:cubicBezTo>
                    <a:pt x="58" y="48"/>
                    <a:pt x="58" y="48"/>
                    <a:pt x="58" y="48"/>
                  </a:cubicBezTo>
                  <a:cubicBezTo>
                    <a:pt x="78" y="8"/>
                    <a:pt x="78" y="8"/>
                    <a:pt x="78" y="8"/>
                  </a:cubicBezTo>
                  <a:lnTo>
                    <a:pt x="98" y="8"/>
                  </a:lnTo>
                  <a:close/>
                  <a:moveTo>
                    <a:pt x="54" y="8"/>
                  </a:moveTo>
                  <a:cubicBezTo>
                    <a:pt x="70" y="8"/>
                    <a:pt x="70" y="8"/>
                    <a:pt x="70" y="8"/>
                  </a:cubicBezTo>
                  <a:cubicBezTo>
                    <a:pt x="50" y="48"/>
                    <a:pt x="50" y="48"/>
                    <a:pt x="50" y="48"/>
                  </a:cubicBezTo>
                  <a:cubicBezTo>
                    <a:pt x="14" y="48"/>
                    <a:pt x="14" y="48"/>
                    <a:pt x="14" y="48"/>
                  </a:cubicBezTo>
                  <a:lnTo>
                    <a:pt x="54" y="8"/>
                  </a:lnTo>
                  <a:close/>
                  <a:moveTo>
                    <a:pt x="12" y="56"/>
                  </a:moveTo>
                  <a:cubicBezTo>
                    <a:pt x="49" y="56"/>
                    <a:pt x="49" y="56"/>
                    <a:pt x="49" y="56"/>
                  </a:cubicBezTo>
                  <a:cubicBezTo>
                    <a:pt x="77" y="149"/>
                    <a:pt x="77" y="149"/>
                    <a:pt x="77" y="149"/>
                  </a:cubicBezTo>
                  <a:lnTo>
                    <a:pt x="12" y="56"/>
                  </a:lnTo>
                  <a:close/>
                  <a:moveTo>
                    <a:pt x="88" y="158"/>
                  </a:moveTo>
                  <a:cubicBezTo>
                    <a:pt x="57" y="56"/>
                    <a:pt x="57" y="56"/>
                    <a:pt x="57" y="56"/>
                  </a:cubicBezTo>
                  <a:cubicBezTo>
                    <a:pt x="119" y="56"/>
                    <a:pt x="119" y="56"/>
                    <a:pt x="119" y="56"/>
                  </a:cubicBezTo>
                  <a:lnTo>
                    <a:pt x="88" y="158"/>
                  </a:lnTo>
                  <a:close/>
                  <a:moveTo>
                    <a:pt x="99" y="149"/>
                  </a:moveTo>
                  <a:cubicBezTo>
                    <a:pt x="127" y="56"/>
                    <a:pt x="127" y="56"/>
                    <a:pt x="127" y="56"/>
                  </a:cubicBezTo>
                  <a:cubicBezTo>
                    <a:pt x="164" y="56"/>
                    <a:pt x="164" y="56"/>
                    <a:pt x="164" y="56"/>
                  </a:cubicBezTo>
                  <a:lnTo>
                    <a:pt x="99" y="149"/>
                  </a:lnTo>
                  <a:close/>
                </a:path>
              </a:pathLst>
            </a:custGeom>
            <a:solidFill>
              <a:schemeClr val="accent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s-ES"/>
            </a:p>
          </p:txBody>
        </p:sp>
        <p:sp>
          <p:nvSpPr>
            <p:cNvPr id="13329" name="TextBox 52">
              <a:extLst>
                <a:ext uri="{FF2B5EF4-FFF2-40B4-BE49-F238E27FC236}">
                  <a16:creationId xmlns:a16="http://schemas.microsoft.com/office/drawing/2014/main" id="{9A2D1223-91DF-F1FE-0F66-AA6C25D32A10}"/>
                </a:ext>
              </a:extLst>
            </p:cNvPr>
            <p:cNvSpPr txBox="1">
              <a:spLocks noChangeArrowheads="1"/>
            </p:cNvSpPr>
            <p:nvPr/>
          </p:nvSpPr>
          <p:spPr bwMode="auto">
            <a:xfrm>
              <a:off x="1369272" y="5094513"/>
              <a:ext cx="3583727" cy="31854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marL="341313" indent="-341313">
                <a:defRPr sz="2700">
                  <a:solidFill>
                    <a:schemeClr val="tx1"/>
                  </a:solidFill>
                  <a:latin typeface="Franklin Gothic Book" panose="020B0503020102020204" pitchFamily="34" charset="0"/>
                </a:defRPr>
              </a:lvl1pPr>
              <a:lvl2pPr marL="742950" indent="-285750">
                <a:defRPr sz="2700">
                  <a:solidFill>
                    <a:schemeClr val="tx1"/>
                  </a:solidFill>
                  <a:latin typeface="Franklin Gothic Book" panose="020B0503020102020204" pitchFamily="34" charset="0"/>
                </a:defRPr>
              </a:lvl2pPr>
              <a:lvl3pPr marL="1143000" indent="-228600">
                <a:defRPr sz="2700">
                  <a:solidFill>
                    <a:schemeClr val="tx1"/>
                  </a:solidFill>
                  <a:latin typeface="Franklin Gothic Book" panose="020B0503020102020204" pitchFamily="34" charset="0"/>
                </a:defRPr>
              </a:lvl3pPr>
              <a:lvl4pPr marL="1600200" indent="-228600">
                <a:defRPr sz="2700">
                  <a:solidFill>
                    <a:schemeClr val="tx1"/>
                  </a:solidFill>
                  <a:latin typeface="Franklin Gothic Book" panose="020B0503020102020204" pitchFamily="34" charset="0"/>
                </a:defRPr>
              </a:lvl4pPr>
              <a:lvl5pPr marL="2057400" indent="-228600">
                <a:defRPr sz="2700">
                  <a:solidFill>
                    <a:schemeClr val="tx1"/>
                  </a:solidFill>
                  <a:latin typeface="Franklin Gothic Book" panose="020B0503020102020204" pitchFamily="34" charset="0"/>
                </a:defRPr>
              </a:lvl5pPr>
              <a:lvl6pPr marL="2514600" indent="-228600" defTabSz="1370013" eaLnBrk="0" fontAlgn="base" hangingPunct="0">
                <a:spcBef>
                  <a:spcPct val="0"/>
                </a:spcBef>
                <a:spcAft>
                  <a:spcPct val="0"/>
                </a:spcAft>
                <a:defRPr sz="2700">
                  <a:solidFill>
                    <a:schemeClr val="tx1"/>
                  </a:solidFill>
                  <a:latin typeface="Franklin Gothic Book" panose="020B0503020102020204" pitchFamily="34" charset="0"/>
                </a:defRPr>
              </a:lvl6pPr>
              <a:lvl7pPr marL="2971800" indent="-228600" defTabSz="1370013" eaLnBrk="0" fontAlgn="base" hangingPunct="0">
                <a:spcBef>
                  <a:spcPct val="0"/>
                </a:spcBef>
                <a:spcAft>
                  <a:spcPct val="0"/>
                </a:spcAft>
                <a:defRPr sz="2700">
                  <a:solidFill>
                    <a:schemeClr val="tx1"/>
                  </a:solidFill>
                  <a:latin typeface="Franklin Gothic Book" panose="020B0503020102020204" pitchFamily="34" charset="0"/>
                </a:defRPr>
              </a:lvl7pPr>
              <a:lvl8pPr marL="3429000" indent="-228600" defTabSz="1370013" eaLnBrk="0" fontAlgn="base" hangingPunct="0">
                <a:spcBef>
                  <a:spcPct val="0"/>
                </a:spcBef>
                <a:spcAft>
                  <a:spcPct val="0"/>
                </a:spcAft>
                <a:defRPr sz="2700">
                  <a:solidFill>
                    <a:schemeClr val="tx1"/>
                  </a:solidFill>
                  <a:latin typeface="Franklin Gothic Book" panose="020B0503020102020204" pitchFamily="34" charset="0"/>
                </a:defRPr>
              </a:lvl8pPr>
              <a:lvl9pPr marL="3886200" indent="-228600" defTabSz="1370013" eaLnBrk="0" fontAlgn="base" hangingPunct="0">
                <a:spcBef>
                  <a:spcPct val="0"/>
                </a:spcBef>
                <a:spcAft>
                  <a:spcPct val="0"/>
                </a:spcAft>
                <a:defRPr sz="2700">
                  <a:solidFill>
                    <a:schemeClr val="tx1"/>
                  </a:solidFill>
                  <a:latin typeface="Franklin Gothic Book" panose="020B0503020102020204" pitchFamily="34" charset="0"/>
                </a:defRPr>
              </a:lvl9pPr>
            </a:lstStyle>
            <a:p>
              <a:pPr eaLnBrk="1" hangingPunct="1">
                <a:spcAft>
                  <a:spcPts val="1000"/>
                </a:spcAft>
                <a:buClr>
                  <a:schemeClr val="accent1"/>
                </a:buClr>
                <a:buFont typeface="Wingdings" panose="05000000000000000000" pitchFamily="2" charset="2"/>
                <a:buChar char="ü"/>
              </a:pPr>
              <a:r>
                <a:rPr lang="es-ES_tradnl" altLang="es-ES" sz="2000">
                  <a:solidFill>
                    <a:schemeClr val="tx2"/>
                  </a:solidFill>
                </a:rPr>
                <a:t>5 modelos × 3 estrategias = 15 combinaciones</a:t>
              </a:r>
            </a:p>
            <a:p>
              <a:pPr eaLnBrk="1" hangingPunct="1">
                <a:spcAft>
                  <a:spcPts val="1000"/>
                </a:spcAft>
                <a:buClr>
                  <a:schemeClr val="accent1"/>
                </a:buClr>
                <a:buFont typeface="Wingdings" panose="05000000000000000000" pitchFamily="2" charset="2"/>
                <a:buChar char="ü"/>
              </a:pPr>
              <a:r>
                <a:rPr lang="es-ES_tradnl" altLang="es-ES" sz="2000">
                  <a:solidFill>
                    <a:schemeClr val="tx2"/>
                  </a:solidFill>
                </a:rPr>
                <a:t>Incluye LightGBM y ADASYN, poco evaluados juntos</a:t>
              </a:r>
            </a:p>
            <a:p>
              <a:pPr eaLnBrk="1" hangingPunct="1">
                <a:spcAft>
                  <a:spcPts val="1000"/>
                </a:spcAft>
                <a:buClr>
                  <a:schemeClr val="accent1"/>
                </a:buClr>
                <a:buFont typeface="Wingdings" panose="05000000000000000000" pitchFamily="2" charset="2"/>
                <a:buChar char="ü"/>
              </a:pPr>
              <a:r>
                <a:rPr lang="es-ES_tradnl" altLang="es-ES" sz="2000">
                  <a:solidFill>
                    <a:schemeClr val="tx2"/>
                  </a:solidFill>
                </a:rPr>
                <a:t>Protocolo sin data leakage</a:t>
              </a:r>
            </a:p>
          </p:txBody>
        </p:sp>
      </p:grpSp>
      <p:sp>
        <p:nvSpPr>
          <p:cNvPr id="43" name="TextBox 42">
            <a:extLst>
              <a:ext uri="{FF2B5EF4-FFF2-40B4-BE49-F238E27FC236}">
                <a16:creationId xmlns:a16="http://schemas.microsoft.com/office/drawing/2014/main" id="{4AB93D08-7EEF-7AEE-D61F-80B83FB3F12C}"/>
              </a:ext>
            </a:extLst>
          </p:cNvPr>
          <p:cNvSpPr txBox="1"/>
          <p:nvPr/>
        </p:nvSpPr>
        <p:spPr>
          <a:xfrm>
            <a:off x="5357813" y="3709988"/>
            <a:ext cx="3640137" cy="647700"/>
          </a:xfrm>
          <a:prstGeom prst="rect">
            <a:avLst/>
          </a:prstGeom>
          <a:noFill/>
        </p:spPr>
        <p:txBody>
          <a:bodyPr>
            <a:spAutoFit/>
          </a:bodyPr>
          <a:lstStyle/>
          <a:p>
            <a:pPr defTabSz="1371408" eaLnBrk="1" fontAlgn="auto" hangingPunct="1">
              <a:spcBef>
                <a:spcPts val="0"/>
              </a:spcBef>
              <a:spcAft>
                <a:spcPts val="0"/>
              </a:spcAft>
              <a:defRPr/>
            </a:pPr>
            <a:r>
              <a:rPr lang="es-ES_tradnl" sz="2600" err="1">
                <a:solidFill>
                  <a:srgbClr val="00566C"/>
                </a:solidFill>
                <a:latin typeface="+mj-lt"/>
              </a:rPr>
              <a:t>SHAP integrado</a:t>
            </a:r>
          </a:p>
        </p:txBody>
      </p:sp>
      <p:sp>
        <p:nvSpPr>
          <p:cNvPr id="47" name="Freeform 441">
            <a:extLst>
              <a:ext uri="{FF2B5EF4-FFF2-40B4-BE49-F238E27FC236}">
                <a16:creationId xmlns:a16="http://schemas.microsoft.com/office/drawing/2014/main" id="{ED40024D-125D-4961-C712-28F6A0A8AB19}"/>
              </a:ext>
            </a:extLst>
          </p:cNvPr>
          <p:cNvSpPr>
            <a:spLocks noEditPoints="1"/>
          </p:cNvSpPr>
          <p:nvPr/>
        </p:nvSpPr>
        <p:spPr bwMode="auto">
          <a:xfrm>
            <a:off x="5357813" y="2933700"/>
            <a:ext cx="573087" cy="573088"/>
          </a:xfrm>
          <a:custGeom>
            <a:avLst/>
            <a:gdLst>
              <a:gd name="T0" fmla="*/ 176 w 176"/>
              <a:gd name="T1" fmla="*/ 52 h 176"/>
              <a:gd name="T2" fmla="*/ 124 w 176"/>
              <a:gd name="T3" fmla="*/ 0 h 176"/>
              <a:gd name="T4" fmla="*/ 88 w 176"/>
              <a:gd name="T5" fmla="*/ 15 h 176"/>
              <a:gd name="T6" fmla="*/ 52 w 176"/>
              <a:gd name="T7" fmla="*/ 0 h 176"/>
              <a:gd name="T8" fmla="*/ 0 w 176"/>
              <a:gd name="T9" fmla="*/ 52 h 176"/>
              <a:gd name="T10" fmla="*/ 0 w 176"/>
              <a:gd name="T11" fmla="*/ 58 h 176"/>
              <a:gd name="T12" fmla="*/ 88 w 176"/>
              <a:gd name="T13" fmla="*/ 176 h 176"/>
              <a:gd name="T14" fmla="*/ 176 w 176"/>
              <a:gd name="T15" fmla="*/ 58 h 176"/>
              <a:gd name="T16" fmla="*/ 176 w 176"/>
              <a:gd name="T17" fmla="*/ 52 h 176"/>
              <a:gd name="T18" fmla="*/ 168 w 176"/>
              <a:gd name="T19" fmla="*/ 57 h 176"/>
              <a:gd name="T20" fmla="*/ 88 w 176"/>
              <a:gd name="T21" fmla="*/ 167 h 176"/>
              <a:gd name="T22" fmla="*/ 8 w 176"/>
              <a:gd name="T23" fmla="*/ 57 h 176"/>
              <a:gd name="T24" fmla="*/ 8 w 176"/>
              <a:gd name="T25" fmla="*/ 52 h 176"/>
              <a:gd name="T26" fmla="*/ 52 w 176"/>
              <a:gd name="T27" fmla="*/ 8 h 176"/>
              <a:gd name="T28" fmla="*/ 82 w 176"/>
              <a:gd name="T29" fmla="*/ 20 h 176"/>
              <a:gd name="T30" fmla="*/ 86 w 176"/>
              <a:gd name="T31" fmla="*/ 24 h 176"/>
              <a:gd name="T32" fmla="*/ 72 w 176"/>
              <a:gd name="T33" fmla="*/ 56 h 176"/>
              <a:gd name="T34" fmla="*/ 92 w 176"/>
              <a:gd name="T35" fmla="*/ 80 h 176"/>
              <a:gd name="T36" fmla="*/ 76 w 176"/>
              <a:gd name="T37" fmla="*/ 116 h 176"/>
              <a:gd name="T38" fmla="*/ 88 w 176"/>
              <a:gd name="T39" fmla="*/ 136 h 176"/>
              <a:gd name="T40" fmla="*/ 85 w 176"/>
              <a:gd name="T41" fmla="*/ 116 h 176"/>
              <a:gd name="T42" fmla="*/ 101 w 176"/>
              <a:gd name="T43" fmla="*/ 78 h 176"/>
              <a:gd name="T44" fmla="*/ 82 w 176"/>
              <a:gd name="T45" fmla="*/ 55 h 176"/>
              <a:gd name="T46" fmla="*/ 98 w 176"/>
              <a:gd name="T47" fmla="*/ 16 h 176"/>
              <a:gd name="T48" fmla="*/ 124 w 176"/>
              <a:gd name="T49" fmla="*/ 8 h 176"/>
              <a:gd name="T50" fmla="*/ 168 w 176"/>
              <a:gd name="T51" fmla="*/ 52 h 176"/>
              <a:gd name="T52" fmla="*/ 168 w 176"/>
              <a:gd name="T53" fmla="*/ 57 h 1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176" h="176">
                <a:moveTo>
                  <a:pt x="176" y="52"/>
                </a:moveTo>
                <a:cubicBezTo>
                  <a:pt x="176" y="23"/>
                  <a:pt x="153" y="0"/>
                  <a:pt x="124" y="0"/>
                </a:cubicBezTo>
                <a:cubicBezTo>
                  <a:pt x="110" y="0"/>
                  <a:pt x="97" y="6"/>
                  <a:pt x="88" y="15"/>
                </a:cubicBezTo>
                <a:cubicBezTo>
                  <a:pt x="79" y="6"/>
                  <a:pt x="66" y="0"/>
                  <a:pt x="52" y="0"/>
                </a:cubicBezTo>
                <a:cubicBezTo>
                  <a:pt x="23" y="0"/>
                  <a:pt x="0" y="23"/>
                  <a:pt x="0" y="52"/>
                </a:cubicBezTo>
                <a:cubicBezTo>
                  <a:pt x="0" y="55"/>
                  <a:pt x="1" y="59"/>
                  <a:pt x="0" y="58"/>
                </a:cubicBezTo>
                <a:cubicBezTo>
                  <a:pt x="6" y="109"/>
                  <a:pt x="80" y="176"/>
                  <a:pt x="88" y="176"/>
                </a:cubicBezTo>
                <a:cubicBezTo>
                  <a:pt x="96" y="176"/>
                  <a:pt x="170" y="109"/>
                  <a:pt x="176" y="58"/>
                </a:cubicBezTo>
                <a:cubicBezTo>
                  <a:pt x="175" y="59"/>
                  <a:pt x="176" y="55"/>
                  <a:pt x="176" y="52"/>
                </a:cubicBezTo>
                <a:moveTo>
                  <a:pt x="168" y="57"/>
                </a:moveTo>
                <a:cubicBezTo>
                  <a:pt x="163" y="100"/>
                  <a:pt x="103" y="158"/>
                  <a:pt x="88" y="167"/>
                </a:cubicBezTo>
                <a:cubicBezTo>
                  <a:pt x="73" y="158"/>
                  <a:pt x="13" y="100"/>
                  <a:pt x="8" y="57"/>
                </a:cubicBezTo>
                <a:cubicBezTo>
                  <a:pt x="8" y="57"/>
                  <a:pt x="8" y="55"/>
                  <a:pt x="8" y="52"/>
                </a:cubicBezTo>
                <a:cubicBezTo>
                  <a:pt x="8" y="28"/>
                  <a:pt x="28" y="8"/>
                  <a:pt x="52" y="8"/>
                </a:cubicBezTo>
                <a:cubicBezTo>
                  <a:pt x="63" y="8"/>
                  <a:pt x="74" y="12"/>
                  <a:pt x="82" y="20"/>
                </a:cubicBezTo>
                <a:cubicBezTo>
                  <a:pt x="86" y="24"/>
                  <a:pt x="86" y="24"/>
                  <a:pt x="86" y="24"/>
                </a:cubicBezTo>
                <a:cubicBezTo>
                  <a:pt x="72" y="56"/>
                  <a:pt x="72" y="56"/>
                  <a:pt x="72" y="56"/>
                </a:cubicBezTo>
                <a:cubicBezTo>
                  <a:pt x="92" y="80"/>
                  <a:pt x="92" y="80"/>
                  <a:pt x="92" y="80"/>
                </a:cubicBezTo>
                <a:cubicBezTo>
                  <a:pt x="76" y="116"/>
                  <a:pt x="76" y="116"/>
                  <a:pt x="76" y="116"/>
                </a:cubicBezTo>
                <a:cubicBezTo>
                  <a:pt x="88" y="136"/>
                  <a:pt x="88" y="136"/>
                  <a:pt x="88" y="136"/>
                </a:cubicBezTo>
                <a:cubicBezTo>
                  <a:pt x="85" y="116"/>
                  <a:pt x="85" y="116"/>
                  <a:pt x="85" y="116"/>
                </a:cubicBezTo>
                <a:cubicBezTo>
                  <a:pt x="101" y="78"/>
                  <a:pt x="101" y="78"/>
                  <a:pt x="101" y="78"/>
                </a:cubicBezTo>
                <a:cubicBezTo>
                  <a:pt x="82" y="55"/>
                  <a:pt x="82" y="55"/>
                  <a:pt x="82" y="55"/>
                </a:cubicBezTo>
                <a:cubicBezTo>
                  <a:pt x="98" y="16"/>
                  <a:pt x="98" y="16"/>
                  <a:pt x="98" y="16"/>
                </a:cubicBezTo>
                <a:cubicBezTo>
                  <a:pt x="106" y="11"/>
                  <a:pt x="115" y="8"/>
                  <a:pt x="124" y="8"/>
                </a:cubicBezTo>
                <a:cubicBezTo>
                  <a:pt x="148" y="8"/>
                  <a:pt x="168" y="28"/>
                  <a:pt x="168" y="52"/>
                </a:cubicBezTo>
                <a:cubicBezTo>
                  <a:pt x="168" y="55"/>
                  <a:pt x="168" y="57"/>
                  <a:pt x="168" y="57"/>
                </a:cubicBezTo>
              </a:path>
            </a:pathLst>
          </a:custGeom>
          <a:solidFill>
            <a:schemeClr val="accent5"/>
          </a:solidFill>
          <a:ln>
            <a:noFill/>
          </a:ln>
        </p:spPr>
        <p:txBody>
          <a:bodyPr/>
          <a:lstStyle/>
          <a:p>
            <a:pPr defTabSz="1371408" eaLnBrk="1" fontAlgn="auto" hangingPunct="1">
              <a:spcBef>
                <a:spcPts val="0"/>
              </a:spcBef>
              <a:spcAft>
                <a:spcPts val="0"/>
              </a:spcAft>
              <a:defRPr/>
            </a:pPr>
            <a:endParaRPr lang="uk-UA">
              <a:latin typeface="+mn-lt"/>
            </a:endParaRPr>
          </a:p>
        </p:txBody>
      </p:sp>
      <p:sp>
        <p:nvSpPr>
          <p:cNvPr id="13318" name="TextBox 53">
            <a:extLst>
              <a:ext uri="{FF2B5EF4-FFF2-40B4-BE49-F238E27FC236}">
                <a16:creationId xmlns:a16="http://schemas.microsoft.com/office/drawing/2014/main" id="{9FD3894D-8C93-FA9D-C4CB-A9B2E2D66EBF}"/>
              </a:ext>
            </a:extLst>
          </p:cNvPr>
          <p:cNvSpPr txBox="1">
            <a:spLocks noChangeArrowheads="1"/>
          </p:cNvSpPr>
          <p:nvPr/>
        </p:nvSpPr>
        <p:spPr bwMode="auto">
          <a:xfrm>
            <a:off x="5357813" y="4738688"/>
            <a:ext cx="3582987" cy="31845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marL="341313" indent="-341313">
              <a:defRPr sz="2700">
                <a:solidFill>
                  <a:schemeClr val="tx1"/>
                </a:solidFill>
                <a:latin typeface="Franklin Gothic Book" panose="020B0503020102020204" pitchFamily="34" charset="0"/>
              </a:defRPr>
            </a:lvl1pPr>
            <a:lvl2pPr marL="742950" indent="-285750">
              <a:defRPr sz="2700">
                <a:solidFill>
                  <a:schemeClr val="tx1"/>
                </a:solidFill>
                <a:latin typeface="Franklin Gothic Book" panose="020B0503020102020204" pitchFamily="34" charset="0"/>
              </a:defRPr>
            </a:lvl2pPr>
            <a:lvl3pPr marL="1143000" indent="-228600">
              <a:defRPr sz="2700">
                <a:solidFill>
                  <a:schemeClr val="tx1"/>
                </a:solidFill>
                <a:latin typeface="Franklin Gothic Book" panose="020B0503020102020204" pitchFamily="34" charset="0"/>
              </a:defRPr>
            </a:lvl3pPr>
            <a:lvl4pPr marL="1600200" indent="-228600">
              <a:defRPr sz="2700">
                <a:solidFill>
                  <a:schemeClr val="tx1"/>
                </a:solidFill>
                <a:latin typeface="Franklin Gothic Book" panose="020B0503020102020204" pitchFamily="34" charset="0"/>
              </a:defRPr>
            </a:lvl4pPr>
            <a:lvl5pPr marL="2057400" indent="-228600">
              <a:defRPr sz="2700">
                <a:solidFill>
                  <a:schemeClr val="tx1"/>
                </a:solidFill>
                <a:latin typeface="Franklin Gothic Book" panose="020B0503020102020204" pitchFamily="34" charset="0"/>
              </a:defRPr>
            </a:lvl5pPr>
            <a:lvl6pPr marL="2514600" indent="-228600" defTabSz="1370013" eaLnBrk="0" fontAlgn="base" hangingPunct="0">
              <a:spcBef>
                <a:spcPct val="0"/>
              </a:spcBef>
              <a:spcAft>
                <a:spcPct val="0"/>
              </a:spcAft>
              <a:defRPr sz="2700">
                <a:solidFill>
                  <a:schemeClr val="tx1"/>
                </a:solidFill>
                <a:latin typeface="Franklin Gothic Book" panose="020B0503020102020204" pitchFamily="34" charset="0"/>
              </a:defRPr>
            </a:lvl6pPr>
            <a:lvl7pPr marL="2971800" indent="-228600" defTabSz="1370013" eaLnBrk="0" fontAlgn="base" hangingPunct="0">
              <a:spcBef>
                <a:spcPct val="0"/>
              </a:spcBef>
              <a:spcAft>
                <a:spcPct val="0"/>
              </a:spcAft>
              <a:defRPr sz="2700">
                <a:solidFill>
                  <a:schemeClr val="tx1"/>
                </a:solidFill>
                <a:latin typeface="Franklin Gothic Book" panose="020B0503020102020204" pitchFamily="34" charset="0"/>
              </a:defRPr>
            </a:lvl7pPr>
            <a:lvl8pPr marL="3429000" indent="-228600" defTabSz="1370013" eaLnBrk="0" fontAlgn="base" hangingPunct="0">
              <a:spcBef>
                <a:spcPct val="0"/>
              </a:spcBef>
              <a:spcAft>
                <a:spcPct val="0"/>
              </a:spcAft>
              <a:defRPr sz="2700">
                <a:solidFill>
                  <a:schemeClr val="tx1"/>
                </a:solidFill>
                <a:latin typeface="Franklin Gothic Book" panose="020B0503020102020204" pitchFamily="34" charset="0"/>
              </a:defRPr>
            </a:lvl8pPr>
            <a:lvl9pPr marL="3886200" indent="-228600" defTabSz="1370013" eaLnBrk="0" fontAlgn="base" hangingPunct="0">
              <a:spcBef>
                <a:spcPct val="0"/>
              </a:spcBef>
              <a:spcAft>
                <a:spcPct val="0"/>
              </a:spcAft>
              <a:defRPr sz="2700">
                <a:solidFill>
                  <a:schemeClr val="tx1"/>
                </a:solidFill>
                <a:latin typeface="Franklin Gothic Book" panose="020B0503020102020204" pitchFamily="34" charset="0"/>
              </a:defRPr>
            </a:lvl9pPr>
          </a:lstStyle>
          <a:p>
            <a:pPr eaLnBrk="1" hangingPunct="1">
              <a:spcAft>
                <a:spcPts val="1000"/>
              </a:spcAft>
              <a:buClr>
                <a:schemeClr val="tx1"/>
              </a:buClr>
              <a:buFont typeface="Courier New" panose="02070309020205020404" pitchFamily="49" charset="0"/>
              <a:buChar char="o"/>
            </a:pPr>
            <a:r>
              <a:rPr lang="es-ES_tradnl" altLang="es-ES" sz="2000">
                <a:solidFill>
                  <a:schemeClr val="tx2"/>
                </a:solidFill>
              </a:rPr>
              <a:t>Interpretabilidad dentro del protocolo, no añadida al final</a:t>
            </a:r>
          </a:p>
          <a:p>
            <a:pPr eaLnBrk="1" hangingPunct="1">
              <a:spcAft>
                <a:spcPts val="1000"/>
              </a:spcAft>
              <a:buClr>
                <a:schemeClr val="tx1"/>
              </a:buClr>
              <a:buFont typeface="Courier New" panose="02070309020205020404" pitchFamily="49" charset="0"/>
              <a:buChar char="o"/>
            </a:pPr>
            <a:r>
              <a:rPr lang="es-ES_tradnl" altLang="es-ES" sz="2000">
                <a:solidFill>
                  <a:schemeClr val="tx2"/>
                </a:solidFill>
              </a:rPr>
              <a:t>Explicaciones globales y locales</a:t>
            </a:r>
          </a:p>
          <a:p>
            <a:pPr eaLnBrk="1" hangingPunct="1">
              <a:spcAft>
                <a:spcPts val="1000"/>
              </a:spcAft>
              <a:buClr>
                <a:schemeClr val="tx1"/>
              </a:buClr>
              <a:buFont typeface="Courier New" panose="02070309020205020404" pitchFamily="49" charset="0"/>
              <a:buChar char="o"/>
            </a:pPr>
            <a:r>
              <a:rPr lang="es-ES_tradnl" altLang="es-ES" sz="2000">
                <a:solidFill>
                  <a:schemeClr val="tx2"/>
                </a:solidFill>
              </a:rPr>
              <a:t>Trazabilidad para auditoría</a:t>
            </a:r>
          </a:p>
        </p:txBody>
      </p:sp>
      <p:grpSp>
        <p:nvGrpSpPr>
          <p:cNvPr id="13319" name="Group 61">
            <a:extLst>
              <a:ext uri="{FF2B5EF4-FFF2-40B4-BE49-F238E27FC236}">
                <a16:creationId xmlns:a16="http://schemas.microsoft.com/office/drawing/2014/main" id="{C3156ACE-08A6-4BFF-3949-13B9A5156286}"/>
              </a:ext>
            </a:extLst>
          </p:cNvPr>
          <p:cNvGrpSpPr>
            <a:grpSpLocks/>
          </p:cNvGrpSpPr>
          <p:nvPr/>
        </p:nvGrpSpPr>
        <p:grpSpPr bwMode="auto">
          <a:xfrm>
            <a:off x="9290050" y="2933700"/>
            <a:ext cx="3695700" cy="4989513"/>
            <a:chOff x="9194237" y="3290036"/>
            <a:chExt cx="3694492" cy="4989964"/>
          </a:xfrm>
        </p:grpSpPr>
        <p:sp>
          <p:nvSpPr>
            <p:cNvPr id="41" name="TextBox 40">
              <a:extLst>
                <a:ext uri="{FF2B5EF4-FFF2-40B4-BE49-F238E27FC236}">
                  <a16:creationId xmlns:a16="http://schemas.microsoft.com/office/drawing/2014/main" id="{F545AE57-778F-715E-50D0-4ADC80B9A4A0}"/>
                </a:ext>
              </a:extLst>
            </p:cNvPr>
            <p:cNvSpPr txBox="1"/>
            <p:nvPr/>
          </p:nvSpPr>
          <p:spPr>
            <a:xfrm>
              <a:off x="9194237" y="4060044"/>
              <a:ext cx="3694492" cy="646170"/>
            </a:xfrm>
            <a:prstGeom prst="rect">
              <a:avLst/>
            </a:prstGeom>
            <a:noFill/>
          </p:spPr>
          <p:txBody>
            <a:bodyPr>
              <a:spAutoFit/>
            </a:bodyPr>
            <a:lstStyle/>
            <a:p>
              <a:pPr defTabSz="1371408" eaLnBrk="1" fontAlgn="auto" hangingPunct="1">
                <a:spcBef>
                  <a:spcPts val="0"/>
                </a:spcBef>
                <a:spcAft>
                  <a:spcPts val="0"/>
                </a:spcAft>
                <a:defRPr/>
              </a:pPr>
              <a:r>
                <a:rPr lang="es-ES_tradnl" sz="2600" err="1">
                  <a:solidFill>
                    <a:schemeClr val="accent1"/>
                  </a:solidFill>
                  <a:latin typeface="+mj-lt"/>
                </a:rPr>
                <a:t>Coste medido</a:t>
              </a:r>
            </a:p>
          </p:txBody>
        </p:sp>
        <p:sp>
          <p:nvSpPr>
            <p:cNvPr id="13325" name="Freeform 355">
              <a:extLst>
                <a:ext uri="{FF2B5EF4-FFF2-40B4-BE49-F238E27FC236}">
                  <a16:creationId xmlns:a16="http://schemas.microsoft.com/office/drawing/2014/main" id="{724FCC71-BF36-0C27-7181-39B49BE702FB}"/>
                </a:ext>
              </a:extLst>
            </p:cNvPr>
            <p:cNvSpPr>
              <a:spLocks noEditPoints="1"/>
            </p:cNvSpPr>
            <p:nvPr/>
          </p:nvSpPr>
          <p:spPr bwMode="auto">
            <a:xfrm>
              <a:off x="9194237" y="3290036"/>
              <a:ext cx="614728" cy="628384"/>
            </a:xfrm>
            <a:custGeom>
              <a:avLst/>
              <a:gdLst>
                <a:gd name="T0" fmla="*/ 585573826 w 176"/>
                <a:gd name="T1" fmla="*/ 611878209 h 176"/>
                <a:gd name="T2" fmla="*/ 378183460 w 176"/>
                <a:gd name="T3" fmla="*/ 331433286 h 176"/>
                <a:gd name="T4" fmla="*/ 317185677 w 176"/>
                <a:gd name="T5" fmla="*/ 395171418 h 176"/>
                <a:gd name="T6" fmla="*/ 390383715 w 176"/>
                <a:gd name="T7" fmla="*/ 1121779692 h 176"/>
                <a:gd name="T8" fmla="*/ 48797528 w 176"/>
                <a:gd name="T9" fmla="*/ 1070791329 h 176"/>
                <a:gd name="T10" fmla="*/ 48797528 w 176"/>
                <a:gd name="T11" fmla="*/ 1172768055 h 176"/>
                <a:gd name="T12" fmla="*/ 390383715 w 176"/>
                <a:gd name="T13" fmla="*/ 1121779692 h 176"/>
                <a:gd name="T14" fmla="*/ 1122350124 w 176"/>
                <a:gd name="T15" fmla="*/ 356929253 h 176"/>
                <a:gd name="T16" fmla="*/ 1073552597 w 176"/>
                <a:gd name="T17" fmla="*/ 0 h 176"/>
                <a:gd name="T18" fmla="*/ 1024755069 w 176"/>
                <a:gd name="T19" fmla="*/ 356929253 h 176"/>
                <a:gd name="T20" fmla="*/ 1622529150 w 176"/>
                <a:gd name="T21" fmla="*/ 611878209 h 176"/>
                <a:gd name="T22" fmla="*/ 1829919516 w 176"/>
                <a:gd name="T23" fmla="*/ 331433286 h 176"/>
                <a:gd name="T24" fmla="*/ 1561531367 w 176"/>
                <a:gd name="T25" fmla="*/ 548143648 h 176"/>
                <a:gd name="T26" fmla="*/ 1622529150 w 176"/>
                <a:gd name="T27" fmla="*/ 611878209 h 176"/>
                <a:gd name="T28" fmla="*/ 317185677 w 176"/>
                <a:gd name="T29" fmla="*/ 1848387966 h 176"/>
                <a:gd name="T30" fmla="*/ 378183460 w 176"/>
                <a:gd name="T31" fmla="*/ 1912126097 h 176"/>
                <a:gd name="T32" fmla="*/ 585573826 w 176"/>
                <a:gd name="T33" fmla="*/ 1631681174 h 176"/>
                <a:gd name="T34" fmla="*/ 2098307665 w 176"/>
                <a:gd name="T35" fmla="*/ 1070791329 h 176"/>
                <a:gd name="T36" fmla="*/ 1756721478 w 176"/>
                <a:gd name="T37" fmla="*/ 1121779692 h 176"/>
                <a:gd name="T38" fmla="*/ 2098307665 w 176"/>
                <a:gd name="T39" fmla="*/ 1172768055 h 176"/>
                <a:gd name="T40" fmla="*/ 2098307665 w 176"/>
                <a:gd name="T41" fmla="*/ 1070791329 h 176"/>
                <a:gd name="T42" fmla="*/ 1561531367 w 176"/>
                <a:gd name="T43" fmla="*/ 1631681174 h 176"/>
                <a:gd name="T44" fmla="*/ 1768921733 w 176"/>
                <a:gd name="T45" fmla="*/ 1912126097 h 176"/>
                <a:gd name="T46" fmla="*/ 1829919516 w 176"/>
                <a:gd name="T47" fmla="*/ 1848387966 h 176"/>
                <a:gd name="T48" fmla="*/ 1073552597 w 176"/>
                <a:gd name="T49" fmla="*/ 509901483 h 176"/>
                <a:gd name="T50" fmla="*/ 1073552597 w 176"/>
                <a:gd name="T51" fmla="*/ 1733657901 h 176"/>
                <a:gd name="T52" fmla="*/ 1073552597 w 176"/>
                <a:gd name="T53" fmla="*/ 509901483 h 176"/>
                <a:gd name="T54" fmla="*/ 585573826 w 176"/>
                <a:gd name="T55" fmla="*/ 1121779692 h 176"/>
                <a:gd name="T56" fmla="*/ 1561531367 w 176"/>
                <a:gd name="T57" fmla="*/ 1121779692 h 176"/>
                <a:gd name="T58" fmla="*/ 1073552597 w 176"/>
                <a:gd name="T59" fmla="*/ 1835638197 h 176"/>
                <a:gd name="T60" fmla="*/ 1024755069 w 176"/>
                <a:gd name="T61" fmla="*/ 2147483646 h 176"/>
                <a:gd name="T62" fmla="*/ 1122350124 w 176"/>
                <a:gd name="T63" fmla="*/ 2147483646 h 176"/>
                <a:gd name="T64" fmla="*/ 1073552597 w 176"/>
                <a:gd name="T65" fmla="*/ 1835638197 h 17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Lst>
              <a:ahLst/>
              <a:cxnLst>
                <a:cxn ang="T66">
                  <a:pos x="T0" y="T1"/>
                </a:cxn>
                <a:cxn ang="T67">
                  <a:pos x="T2" y="T3"/>
                </a:cxn>
                <a:cxn ang="T68">
                  <a:pos x="T4" y="T5"/>
                </a:cxn>
                <a:cxn ang="T69">
                  <a:pos x="T6" y="T7"/>
                </a:cxn>
                <a:cxn ang="T70">
                  <a:pos x="T8" y="T9"/>
                </a:cxn>
                <a:cxn ang="T71">
                  <a:pos x="T10" y="T11"/>
                </a:cxn>
                <a:cxn ang="T72">
                  <a:pos x="T12" y="T13"/>
                </a:cxn>
                <a:cxn ang="T73">
                  <a:pos x="T14" y="T15"/>
                </a:cxn>
                <a:cxn ang="T74">
                  <a:pos x="T16" y="T17"/>
                </a:cxn>
                <a:cxn ang="T75">
                  <a:pos x="T18" y="T19"/>
                </a:cxn>
                <a:cxn ang="T76">
                  <a:pos x="T20" y="T21"/>
                </a:cxn>
                <a:cxn ang="T77">
                  <a:pos x="T22" y="T23"/>
                </a:cxn>
                <a:cxn ang="T78">
                  <a:pos x="T24" y="T25"/>
                </a:cxn>
                <a:cxn ang="T79">
                  <a:pos x="T26" y="T27"/>
                </a:cxn>
                <a:cxn ang="T80">
                  <a:pos x="T28" y="T29"/>
                </a:cxn>
                <a:cxn ang="T81">
                  <a:pos x="T30" y="T31"/>
                </a:cxn>
                <a:cxn ang="T82">
                  <a:pos x="T32" y="T33"/>
                </a:cxn>
                <a:cxn ang="T83">
                  <a:pos x="T34" y="T35"/>
                </a:cxn>
                <a:cxn ang="T84">
                  <a:pos x="T36" y="T37"/>
                </a:cxn>
                <a:cxn ang="T85">
                  <a:pos x="T38" y="T39"/>
                </a:cxn>
                <a:cxn ang="T86">
                  <a:pos x="T40" y="T41"/>
                </a:cxn>
                <a:cxn ang="T87">
                  <a:pos x="T42" y="T43"/>
                </a:cxn>
                <a:cxn ang="T88">
                  <a:pos x="T44" y="T45"/>
                </a:cxn>
                <a:cxn ang="T89">
                  <a:pos x="T46" y="T47"/>
                </a:cxn>
                <a:cxn ang="T90">
                  <a:pos x="T48" y="T49"/>
                </a:cxn>
                <a:cxn ang="T91">
                  <a:pos x="T50" y="T51"/>
                </a:cxn>
                <a:cxn ang="T92">
                  <a:pos x="T52" y="T53"/>
                </a:cxn>
                <a:cxn ang="T93">
                  <a:pos x="T54" y="T55"/>
                </a:cxn>
                <a:cxn ang="T94">
                  <a:pos x="T56" y="T57"/>
                </a:cxn>
                <a:cxn ang="T95">
                  <a:pos x="T58" y="T59"/>
                </a:cxn>
                <a:cxn ang="T96">
                  <a:pos x="T60" y="T61"/>
                </a:cxn>
                <a:cxn ang="T97">
                  <a:pos x="T62" y="T63"/>
                </a:cxn>
                <a:cxn ang="T98">
                  <a:pos x="T64" y="T65"/>
                </a:cxn>
              </a:cxnLst>
              <a:rect l="0" t="0" r="r" b="b"/>
              <a:pathLst>
                <a:path w="176" h="176">
                  <a:moveTo>
                    <a:pt x="43" y="48"/>
                  </a:moveTo>
                  <a:cubicBezTo>
                    <a:pt x="44" y="50"/>
                    <a:pt x="47" y="50"/>
                    <a:pt x="48" y="48"/>
                  </a:cubicBezTo>
                  <a:cubicBezTo>
                    <a:pt x="50" y="47"/>
                    <a:pt x="50" y="44"/>
                    <a:pt x="48" y="43"/>
                  </a:cubicBezTo>
                  <a:cubicBezTo>
                    <a:pt x="31" y="26"/>
                    <a:pt x="31" y="26"/>
                    <a:pt x="31" y="26"/>
                  </a:cubicBezTo>
                  <a:cubicBezTo>
                    <a:pt x="30" y="24"/>
                    <a:pt x="27" y="24"/>
                    <a:pt x="26" y="26"/>
                  </a:cubicBezTo>
                  <a:cubicBezTo>
                    <a:pt x="24" y="27"/>
                    <a:pt x="24" y="30"/>
                    <a:pt x="26" y="31"/>
                  </a:cubicBezTo>
                  <a:lnTo>
                    <a:pt x="43" y="48"/>
                  </a:lnTo>
                  <a:close/>
                  <a:moveTo>
                    <a:pt x="32" y="88"/>
                  </a:moveTo>
                  <a:cubicBezTo>
                    <a:pt x="32" y="86"/>
                    <a:pt x="30" y="84"/>
                    <a:pt x="28" y="84"/>
                  </a:cubicBezTo>
                  <a:cubicBezTo>
                    <a:pt x="4" y="84"/>
                    <a:pt x="4" y="84"/>
                    <a:pt x="4" y="84"/>
                  </a:cubicBezTo>
                  <a:cubicBezTo>
                    <a:pt x="2" y="84"/>
                    <a:pt x="0" y="86"/>
                    <a:pt x="0" y="88"/>
                  </a:cubicBezTo>
                  <a:cubicBezTo>
                    <a:pt x="0" y="90"/>
                    <a:pt x="2" y="92"/>
                    <a:pt x="4" y="92"/>
                  </a:cubicBezTo>
                  <a:cubicBezTo>
                    <a:pt x="28" y="92"/>
                    <a:pt x="28" y="92"/>
                    <a:pt x="28" y="92"/>
                  </a:cubicBezTo>
                  <a:cubicBezTo>
                    <a:pt x="30" y="92"/>
                    <a:pt x="32" y="90"/>
                    <a:pt x="32" y="88"/>
                  </a:cubicBezTo>
                  <a:moveTo>
                    <a:pt x="88" y="32"/>
                  </a:moveTo>
                  <a:cubicBezTo>
                    <a:pt x="90" y="32"/>
                    <a:pt x="92" y="30"/>
                    <a:pt x="92" y="28"/>
                  </a:cubicBezTo>
                  <a:cubicBezTo>
                    <a:pt x="92" y="4"/>
                    <a:pt x="92" y="4"/>
                    <a:pt x="92" y="4"/>
                  </a:cubicBezTo>
                  <a:cubicBezTo>
                    <a:pt x="92" y="2"/>
                    <a:pt x="90" y="0"/>
                    <a:pt x="88" y="0"/>
                  </a:cubicBezTo>
                  <a:cubicBezTo>
                    <a:pt x="86" y="0"/>
                    <a:pt x="84" y="2"/>
                    <a:pt x="84" y="4"/>
                  </a:cubicBezTo>
                  <a:cubicBezTo>
                    <a:pt x="84" y="28"/>
                    <a:pt x="84" y="28"/>
                    <a:pt x="84" y="28"/>
                  </a:cubicBezTo>
                  <a:cubicBezTo>
                    <a:pt x="84" y="30"/>
                    <a:pt x="86" y="32"/>
                    <a:pt x="88" y="32"/>
                  </a:cubicBezTo>
                  <a:moveTo>
                    <a:pt x="133" y="48"/>
                  </a:moveTo>
                  <a:cubicBezTo>
                    <a:pt x="150" y="31"/>
                    <a:pt x="150" y="31"/>
                    <a:pt x="150" y="31"/>
                  </a:cubicBezTo>
                  <a:cubicBezTo>
                    <a:pt x="152" y="30"/>
                    <a:pt x="152" y="27"/>
                    <a:pt x="150" y="26"/>
                  </a:cubicBezTo>
                  <a:cubicBezTo>
                    <a:pt x="149" y="24"/>
                    <a:pt x="146" y="24"/>
                    <a:pt x="145" y="26"/>
                  </a:cubicBezTo>
                  <a:cubicBezTo>
                    <a:pt x="128" y="43"/>
                    <a:pt x="128" y="43"/>
                    <a:pt x="128" y="43"/>
                  </a:cubicBezTo>
                  <a:cubicBezTo>
                    <a:pt x="126" y="44"/>
                    <a:pt x="126" y="47"/>
                    <a:pt x="128" y="48"/>
                  </a:cubicBezTo>
                  <a:cubicBezTo>
                    <a:pt x="129" y="50"/>
                    <a:pt x="132" y="50"/>
                    <a:pt x="133" y="48"/>
                  </a:cubicBezTo>
                  <a:moveTo>
                    <a:pt x="43" y="128"/>
                  </a:moveTo>
                  <a:cubicBezTo>
                    <a:pt x="26" y="145"/>
                    <a:pt x="26" y="145"/>
                    <a:pt x="26" y="145"/>
                  </a:cubicBezTo>
                  <a:cubicBezTo>
                    <a:pt x="24" y="146"/>
                    <a:pt x="24" y="149"/>
                    <a:pt x="26" y="150"/>
                  </a:cubicBezTo>
                  <a:cubicBezTo>
                    <a:pt x="27" y="152"/>
                    <a:pt x="30" y="152"/>
                    <a:pt x="31" y="150"/>
                  </a:cubicBezTo>
                  <a:cubicBezTo>
                    <a:pt x="48" y="133"/>
                    <a:pt x="48" y="133"/>
                    <a:pt x="48" y="133"/>
                  </a:cubicBezTo>
                  <a:cubicBezTo>
                    <a:pt x="50" y="132"/>
                    <a:pt x="50" y="129"/>
                    <a:pt x="48" y="128"/>
                  </a:cubicBezTo>
                  <a:cubicBezTo>
                    <a:pt x="47" y="126"/>
                    <a:pt x="44" y="126"/>
                    <a:pt x="43" y="128"/>
                  </a:cubicBezTo>
                  <a:moveTo>
                    <a:pt x="172" y="84"/>
                  </a:moveTo>
                  <a:cubicBezTo>
                    <a:pt x="148" y="84"/>
                    <a:pt x="148" y="84"/>
                    <a:pt x="148" y="84"/>
                  </a:cubicBezTo>
                  <a:cubicBezTo>
                    <a:pt x="146" y="84"/>
                    <a:pt x="144" y="86"/>
                    <a:pt x="144" y="88"/>
                  </a:cubicBezTo>
                  <a:cubicBezTo>
                    <a:pt x="144" y="90"/>
                    <a:pt x="146" y="92"/>
                    <a:pt x="148" y="92"/>
                  </a:cubicBezTo>
                  <a:cubicBezTo>
                    <a:pt x="172" y="92"/>
                    <a:pt x="172" y="92"/>
                    <a:pt x="172" y="92"/>
                  </a:cubicBezTo>
                  <a:cubicBezTo>
                    <a:pt x="174" y="92"/>
                    <a:pt x="176" y="90"/>
                    <a:pt x="176" y="88"/>
                  </a:cubicBezTo>
                  <a:cubicBezTo>
                    <a:pt x="176" y="86"/>
                    <a:pt x="174" y="84"/>
                    <a:pt x="172" y="84"/>
                  </a:cubicBezTo>
                  <a:moveTo>
                    <a:pt x="133" y="128"/>
                  </a:moveTo>
                  <a:cubicBezTo>
                    <a:pt x="132" y="126"/>
                    <a:pt x="129" y="126"/>
                    <a:pt x="128" y="128"/>
                  </a:cubicBezTo>
                  <a:cubicBezTo>
                    <a:pt x="126" y="129"/>
                    <a:pt x="126" y="132"/>
                    <a:pt x="128" y="133"/>
                  </a:cubicBezTo>
                  <a:cubicBezTo>
                    <a:pt x="145" y="150"/>
                    <a:pt x="145" y="150"/>
                    <a:pt x="145" y="150"/>
                  </a:cubicBezTo>
                  <a:cubicBezTo>
                    <a:pt x="146" y="152"/>
                    <a:pt x="149" y="152"/>
                    <a:pt x="150" y="150"/>
                  </a:cubicBezTo>
                  <a:cubicBezTo>
                    <a:pt x="152" y="149"/>
                    <a:pt x="152" y="146"/>
                    <a:pt x="150" y="145"/>
                  </a:cubicBezTo>
                  <a:lnTo>
                    <a:pt x="133" y="128"/>
                  </a:lnTo>
                  <a:close/>
                  <a:moveTo>
                    <a:pt x="88" y="40"/>
                  </a:moveTo>
                  <a:cubicBezTo>
                    <a:pt x="61" y="40"/>
                    <a:pt x="40" y="61"/>
                    <a:pt x="40" y="88"/>
                  </a:cubicBezTo>
                  <a:cubicBezTo>
                    <a:pt x="40" y="115"/>
                    <a:pt x="61" y="136"/>
                    <a:pt x="88" y="136"/>
                  </a:cubicBezTo>
                  <a:cubicBezTo>
                    <a:pt x="115" y="136"/>
                    <a:pt x="136" y="115"/>
                    <a:pt x="136" y="88"/>
                  </a:cubicBezTo>
                  <a:cubicBezTo>
                    <a:pt x="136" y="61"/>
                    <a:pt x="115" y="40"/>
                    <a:pt x="88" y="40"/>
                  </a:cubicBezTo>
                  <a:moveTo>
                    <a:pt x="88" y="128"/>
                  </a:moveTo>
                  <a:cubicBezTo>
                    <a:pt x="66" y="128"/>
                    <a:pt x="48" y="110"/>
                    <a:pt x="48" y="88"/>
                  </a:cubicBezTo>
                  <a:cubicBezTo>
                    <a:pt x="48" y="66"/>
                    <a:pt x="66" y="48"/>
                    <a:pt x="88" y="48"/>
                  </a:cubicBezTo>
                  <a:cubicBezTo>
                    <a:pt x="110" y="48"/>
                    <a:pt x="128" y="66"/>
                    <a:pt x="128" y="88"/>
                  </a:cubicBezTo>
                  <a:cubicBezTo>
                    <a:pt x="128" y="110"/>
                    <a:pt x="110" y="128"/>
                    <a:pt x="88" y="128"/>
                  </a:cubicBezTo>
                  <a:moveTo>
                    <a:pt x="88" y="144"/>
                  </a:moveTo>
                  <a:cubicBezTo>
                    <a:pt x="86" y="144"/>
                    <a:pt x="84" y="146"/>
                    <a:pt x="84" y="148"/>
                  </a:cubicBezTo>
                  <a:cubicBezTo>
                    <a:pt x="84" y="172"/>
                    <a:pt x="84" y="172"/>
                    <a:pt x="84" y="172"/>
                  </a:cubicBezTo>
                  <a:cubicBezTo>
                    <a:pt x="84" y="174"/>
                    <a:pt x="86" y="176"/>
                    <a:pt x="88" y="176"/>
                  </a:cubicBezTo>
                  <a:cubicBezTo>
                    <a:pt x="90" y="176"/>
                    <a:pt x="92" y="174"/>
                    <a:pt x="92" y="172"/>
                  </a:cubicBezTo>
                  <a:cubicBezTo>
                    <a:pt x="92" y="148"/>
                    <a:pt x="92" y="148"/>
                    <a:pt x="92" y="148"/>
                  </a:cubicBezTo>
                  <a:cubicBezTo>
                    <a:pt x="92" y="146"/>
                    <a:pt x="90" y="144"/>
                    <a:pt x="88" y="144"/>
                  </a:cubicBezTo>
                </a:path>
              </a:pathLst>
            </a:custGeom>
            <a:solidFill>
              <a:schemeClr val="accent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s-ES"/>
            </a:p>
          </p:txBody>
        </p:sp>
        <p:sp>
          <p:nvSpPr>
            <p:cNvPr id="13326" name="TextBox 54">
              <a:extLst>
                <a:ext uri="{FF2B5EF4-FFF2-40B4-BE49-F238E27FC236}">
                  <a16:creationId xmlns:a16="http://schemas.microsoft.com/office/drawing/2014/main" id="{ACBF8C90-7CEB-32A5-8212-004D9E2198CF}"/>
                </a:ext>
              </a:extLst>
            </p:cNvPr>
            <p:cNvSpPr txBox="1">
              <a:spLocks noChangeArrowheads="1"/>
            </p:cNvSpPr>
            <p:nvPr/>
          </p:nvSpPr>
          <p:spPr bwMode="auto">
            <a:xfrm>
              <a:off x="9194237" y="5094513"/>
              <a:ext cx="3583726" cy="31854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marL="341313" indent="-341313">
                <a:defRPr sz="2700">
                  <a:solidFill>
                    <a:schemeClr val="tx1"/>
                  </a:solidFill>
                  <a:latin typeface="Franklin Gothic Book" panose="020B0503020102020204" pitchFamily="34" charset="0"/>
                </a:defRPr>
              </a:lvl1pPr>
              <a:lvl2pPr marL="742950" indent="-285750">
                <a:defRPr sz="2700">
                  <a:solidFill>
                    <a:schemeClr val="tx1"/>
                  </a:solidFill>
                  <a:latin typeface="Franklin Gothic Book" panose="020B0503020102020204" pitchFamily="34" charset="0"/>
                </a:defRPr>
              </a:lvl2pPr>
              <a:lvl3pPr marL="1143000" indent="-228600">
                <a:defRPr sz="2700">
                  <a:solidFill>
                    <a:schemeClr val="tx1"/>
                  </a:solidFill>
                  <a:latin typeface="Franklin Gothic Book" panose="020B0503020102020204" pitchFamily="34" charset="0"/>
                </a:defRPr>
              </a:lvl3pPr>
              <a:lvl4pPr marL="1600200" indent="-228600">
                <a:defRPr sz="2700">
                  <a:solidFill>
                    <a:schemeClr val="tx1"/>
                  </a:solidFill>
                  <a:latin typeface="Franklin Gothic Book" panose="020B0503020102020204" pitchFamily="34" charset="0"/>
                </a:defRPr>
              </a:lvl4pPr>
              <a:lvl5pPr marL="2057400" indent="-228600">
                <a:defRPr sz="2700">
                  <a:solidFill>
                    <a:schemeClr val="tx1"/>
                  </a:solidFill>
                  <a:latin typeface="Franklin Gothic Book" panose="020B0503020102020204" pitchFamily="34" charset="0"/>
                </a:defRPr>
              </a:lvl5pPr>
              <a:lvl6pPr marL="2514600" indent="-228600" defTabSz="1370013" eaLnBrk="0" fontAlgn="base" hangingPunct="0">
                <a:spcBef>
                  <a:spcPct val="0"/>
                </a:spcBef>
                <a:spcAft>
                  <a:spcPct val="0"/>
                </a:spcAft>
                <a:defRPr sz="2700">
                  <a:solidFill>
                    <a:schemeClr val="tx1"/>
                  </a:solidFill>
                  <a:latin typeface="Franklin Gothic Book" panose="020B0503020102020204" pitchFamily="34" charset="0"/>
                </a:defRPr>
              </a:lvl6pPr>
              <a:lvl7pPr marL="2971800" indent="-228600" defTabSz="1370013" eaLnBrk="0" fontAlgn="base" hangingPunct="0">
                <a:spcBef>
                  <a:spcPct val="0"/>
                </a:spcBef>
                <a:spcAft>
                  <a:spcPct val="0"/>
                </a:spcAft>
                <a:defRPr sz="2700">
                  <a:solidFill>
                    <a:schemeClr val="tx1"/>
                  </a:solidFill>
                  <a:latin typeface="Franklin Gothic Book" panose="020B0503020102020204" pitchFamily="34" charset="0"/>
                </a:defRPr>
              </a:lvl7pPr>
              <a:lvl8pPr marL="3429000" indent="-228600" defTabSz="1370013" eaLnBrk="0" fontAlgn="base" hangingPunct="0">
                <a:spcBef>
                  <a:spcPct val="0"/>
                </a:spcBef>
                <a:spcAft>
                  <a:spcPct val="0"/>
                </a:spcAft>
                <a:defRPr sz="2700">
                  <a:solidFill>
                    <a:schemeClr val="tx1"/>
                  </a:solidFill>
                  <a:latin typeface="Franklin Gothic Book" panose="020B0503020102020204" pitchFamily="34" charset="0"/>
                </a:defRPr>
              </a:lvl8pPr>
              <a:lvl9pPr marL="3886200" indent="-228600" defTabSz="1370013" eaLnBrk="0" fontAlgn="base" hangingPunct="0">
                <a:spcBef>
                  <a:spcPct val="0"/>
                </a:spcBef>
                <a:spcAft>
                  <a:spcPct val="0"/>
                </a:spcAft>
                <a:defRPr sz="2700">
                  <a:solidFill>
                    <a:schemeClr val="tx1"/>
                  </a:solidFill>
                  <a:latin typeface="Franklin Gothic Book" panose="020B0503020102020204" pitchFamily="34" charset="0"/>
                </a:defRPr>
              </a:lvl9pPr>
            </a:lstStyle>
            <a:p>
              <a:pPr eaLnBrk="1" hangingPunct="1">
                <a:spcAft>
                  <a:spcPts val="1000"/>
                </a:spcAft>
                <a:buClr>
                  <a:schemeClr val="accent1"/>
                </a:buClr>
                <a:buFont typeface="Wingdings" panose="05000000000000000000" pitchFamily="2" charset="2"/>
                <a:buChar char="ü"/>
              </a:pPr>
              <a:r>
                <a:rPr lang="es-ES_tradnl" altLang="es-ES" sz="2000">
                  <a:solidFill>
                    <a:schemeClr val="tx2"/>
                  </a:solidFill>
                </a:rPr>
                <a:t>Tiempo de entrenamiento e inferencia por combinación</a:t>
              </a:r>
            </a:p>
            <a:p>
              <a:pPr eaLnBrk="1" hangingPunct="1">
                <a:spcAft>
                  <a:spcPts val="1000"/>
                </a:spcAft>
                <a:buClr>
                  <a:schemeClr val="accent1"/>
                </a:buClr>
                <a:buFont typeface="Wingdings" panose="05000000000000000000" pitchFamily="2" charset="2"/>
                <a:buChar char="ü"/>
              </a:pPr>
              <a:r>
                <a:rPr lang="es-ES_tradnl" altLang="es-ES" sz="2000">
                  <a:solidFill>
                    <a:schemeClr val="tx2"/>
                  </a:solidFill>
                </a:rPr>
                <a:t>Aspecto casi ausente en la literatura</a:t>
              </a:r>
            </a:p>
            <a:p>
              <a:pPr eaLnBrk="1" hangingPunct="1">
                <a:spcAft>
                  <a:spcPts val="1000"/>
                </a:spcAft>
                <a:buClr>
                  <a:schemeClr val="accent1"/>
                </a:buClr>
                <a:buFont typeface="Wingdings" panose="05000000000000000000" pitchFamily="2" charset="2"/>
                <a:buChar char="ü"/>
              </a:pPr>
              <a:r>
                <a:rPr lang="es-ES_tradnl" altLang="es-ES" sz="2000">
                  <a:solidFill>
                    <a:schemeClr val="tx2"/>
                  </a:solidFill>
                </a:rPr>
                <a:t>Clave para producción</a:t>
              </a:r>
            </a:p>
          </p:txBody>
        </p:sp>
      </p:grpSp>
      <p:sp>
        <p:nvSpPr>
          <p:cNvPr id="44" name="TextBox 43">
            <a:extLst>
              <a:ext uri="{FF2B5EF4-FFF2-40B4-BE49-F238E27FC236}">
                <a16:creationId xmlns:a16="http://schemas.microsoft.com/office/drawing/2014/main" id="{4C41E2B4-4C72-BAC1-F672-DB10CB32325E}"/>
              </a:ext>
            </a:extLst>
          </p:cNvPr>
          <p:cNvSpPr txBox="1"/>
          <p:nvPr/>
        </p:nvSpPr>
        <p:spPr>
          <a:xfrm>
            <a:off x="13277850" y="3706813"/>
            <a:ext cx="3640138" cy="647700"/>
          </a:xfrm>
          <a:prstGeom prst="rect">
            <a:avLst/>
          </a:prstGeom>
          <a:noFill/>
        </p:spPr>
        <p:txBody>
          <a:bodyPr>
            <a:spAutoFit/>
          </a:bodyPr>
          <a:lstStyle/>
          <a:p>
            <a:pPr defTabSz="1371408" eaLnBrk="1" fontAlgn="auto" hangingPunct="1">
              <a:spcBef>
                <a:spcPts val="0"/>
              </a:spcBef>
              <a:spcAft>
                <a:spcPts val="0"/>
              </a:spcAft>
              <a:defRPr/>
            </a:pPr>
            <a:r>
              <a:rPr lang="es-ES_tradnl" sz="2600" err="1">
                <a:solidFill>
                  <a:srgbClr val="00566C"/>
                </a:solidFill>
                <a:latin typeface="+mj-lt"/>
              </a:rPr>
              <a:t>Validación externa</a:t>
            </a:r>
          </a:p>
        </p:txBody>
      </p:sp>
      <p:sp>
        <p:nvSpPr>
          <p:cNvPr id="46" name="Freeform 371">
            <a:extLst>
              <a:ext uri="{FF2B5EF4-FFF2-40B4-BE49-F238E27FC236}">
                <a16:creationId xmlns:a16="http://schemas.microsoft.com/office/drawing/2014/main" id="{1A4DF130-CEC9-966D-66C3-5A8D5C8711AB}"/>
              </a:ext>
            </a:extLst>
          </p:cNvPr>
          <p:cNvSpPr>
            <a:spLocks noEditPoints="1"/>
          </p:cNvSpPr>
          <p:nvPr/>
        </p:nvSpPr>
        <p:spPr bwMode="auto">
          <a:xfrm>
            <a:off x="13277850" y="2933700"/>
            <a:ext cx="628650" cy="628650"/>
          </a:xfrm>
          <a:custGeom>
            <a:avLst/>
            <a:gdLst>
              <a:gd name="T0" fmla="*/ 96 w 176"/>
              <a:gd name="T1" fmla="*/ 124 h 176"/>
              <a:gd name="T2" fmla="*/ 92 w 176"/>
              <a:gd name="T3" fmla="*/ 120 h 176"/>
              <a:gd name="T4" fmla="*/ 89 w 176"/>
              <a:gd name="T5" fmla="*/ 121 h 176"/>
              <a:gd name="T6" fmla="*/ 65 w 176"/>
              <a:gd name="T7" fmla="*/ 145 h 176"/>
              <a:gd name="T8" fmla="*/ 64 w 176"/>
              <a:gd name="T9" fmla="*/ 148 h 176"/>
              <a:gd name="T10" fmla="*/ 68 w 176"/>
              <a:gd name="T11" fmla="*/ 152 h 176"/>
              <a:gd name="T12" fmla="*/ 82 w 176"/>
              <a:gd name="T13" fmla="*/ 152 h 176"/>
              <a:gd name="T14" fmla="*/ 65 w 176"/>
              <a:gd name="T15" fmla="*/ 169 h 176"/>
              <a:gd name="T16" fmla="*/ 64 w 176"/>
              <a:gd name="T17" fmla="*/ 172 h 176"/>
              <a:gd name="T18" fmla="*/ 68 w 176"/>
              <a:gd name="T19" fmla="*/ 176 h 176"/>
              <a:gd name="T20" fmla="*/ 71 w 176"/>
              <a:gd name="T21" fmla="*/ 175 h 176"/>
              <a:gd name="T22" fmla="*/ 95 w 176"/>
              <a:gd name="T23" fmla="*/ 151 h 176"/>
              <a:gd name="T24" fmla="*/ 96 w 176"/>
              <a:gd name="T25" fmla="*/ 148 h 176"/>
              <a:gd name="T26" fmla="*/ 92 w 176"/>
              <a:gd name="T27" fmla="*/ 144 h 176"/>
              <a:gd name="T28" fmla="*/ 92 w 176"/>
              <a:gd name="T29" fmla="*/ 144 h 176"/>
              <a:gd name="T30" fmla="*/ 78 w 176"/>
              <a:gd name="T31" fmla="*/ 144 h 176"/>
              <a:gd name="T32" fmla="*/ 95 w 176"/>
              <a:gd name="T33" fmla="*/ 127 h 176"/>
              <a:gd name="T34" fmla="*/ 96 w 176"/>
              <a:gd name="T35" fmla="*/ 124 h 176"/>
              <a:gd name="T36" fmla="*/ 52 w 176"/>
              <a:gd name="T37" fmla="*/ 128 h 176"/>
              <a:gd name="T38" fmla="*/ 49 w 176"/>
              <a:gd name="T39" fmla="*/ 129 h 176"/>
              <a:gd name="T40" fmla="*/ 25 w 176"/>
              <a:gd name="T41" fmla="*/ 153 h 176"/>
              <a:gd name="T42" fmla="*/ 24 w 176"/>
              <a:gd name="T43" fmla="*/ 156 h 176"/>
              <a:gd name="T44" fmla="*/ 28 w 176"/>
              <a:gd name="T45" fmla="*/ 160 h 176"/>
              <a:gd name="T46" fmla="*/ 31 w 176"/>
              <a:gd name="T47" fmla="*/ 159 h 176"/>
              <a:gd name="T48" fmla="*/ 55 w 176"/>
              <a:gd name="T49" fmla="*/ 135 h 176"/>
              <a:gd name="T50" fmla="*/ 56 w 176"/>
              <a:gd name="T51" fmla="*/ 132 h 176"/>
              <a:gd name="T52" fmla="*/ 52 w 176"/>
              <a:gd name="T53" fmla="*/ 128 h 176"/>
              <a:gd name="T54" fmla="*/ 152 w 176"/>
              <a:gd name="T55" fmla="*/ 41 h 176"/>
              <a:gd name="T56" fmla="*/ 152 w 176"/>
              <a:gd name="T57" fmla="*/ 40 h 176"/>
              <a:gd name="T58" fmla="*/ 128 w 176"/>
              <a:gd name="T59" fmla="*/ 16 h 176"/>
              <a:gd name="T60" fmla="*/ 112 w 176"/>
              <a:gd name="T61" fmla="*/ 22 h 176"/>
              <a:gd name="T62" fmla="*/ 72 w 176"/>
              <a:gd name="T63" fmla="*/ 0 h 176"/>
              <a:gd name="T64" fmla="*/ 25 w 176"/>
              <a:gd name="T65" fmla="*/ 41 h 176"/>
              <a:gd name="T66" fmla="*/ 0 w 176"/>
              <a:gd name="T67" fmla="*/ 72 h 176"/>
              <a:gd name="T68" fmla="*/ 32 w 176"/>
              <a:gd name="T69" fmla="*/ 104 h 176"/>
              <a:gd name="T70" fmla="*/ 144 w 176"/>
              <a:gd name="T71" fmla="*/ 104 h 176"/>
              <a:gd name="T72" fmla="*/ 176 w 176"/>
              <a:gd name="T73" fmla="*/ 72 h 176"/>
              <a:gd name="T74" fmla="*/ 152 w 176"/>
              <a:gd name="T75" fmla="*/ 41 h 176"/>
              <a:gd name="T76" fmla="*/ 144 w 176"/>
              <a:gd name="T77" fmla="*/ 96 h 176"/>
              <a:gd name="T78" fmla="*/ 32 w 176"/>
              <a:gd name="T79" fmla="*/ 96 h 176"/>
              <a:gd name="T80" fmla="*/ 8 w 176"/>
              <a:gd name="T81" fmla="*/ 72 h 176"/>
              <a:gd name="T82" fmla="*/ 26 w 176"/>
              <a:gd name="T83" fmla="*/ 49 h 176"/>
              <a:gd name="T84" fmla="*/ 32 w 176"/>
              <a:gd name="T85" fmla="*/ 42 h 176"/>
              <a:gd name="T86" fmla="*/ 72 w 176"/>
              <a:gd name="T87" fmla="*/ 8 h 176"/>
              <a:gd name="T88" fmla="*/ 102 w 176"/>
              <a:gd name="T89" fmla="*/ 22 h 176"/>
              <a:gd name="T90" fmla="*/ 111 w 176"/>
              <a:gd name="T91" fmla="*/ 30 h 176"/>
              <a:gd name="T92" fmla="*/ 112 w 176"/>
              <a:gd name="T93" fmla="*/ 30 h 176"/>
              <a:gd name="T94" fmla="*/ 117 w 176"/>
              <a:gd name="T95" fmla="*/ 28 h 176"/>
              <a:gd name="T96" fmla="*/ 128 w 176"/>
              <a:gd name="T97" fmla="*/ 24 h 176"/>
              <a:gd name="T98" fmla="*/ 144 w 176"/>
              <a:gd name="T99" fmla="*/ 40 h 176"/>
              <a:gd name="T100" fmla="*/ 144 w 176"/>
              <a:gd name="T101" fmla="*/ 41 h 176"/>
              <a:gd name="T102" fmla="*/ 150 w 176"/>
              <a:gd name="T103" fmla="*/ 49 h 176"/>
              <a:gd name="T104" fmla="*/ 168 w 176"/>
              <a:gd name="T105" fmla="*/ 72 h 176"/>
              <a:gd name="T106" fmla="*/ 144 w 176"/>
              <a:gd name="T107" fmla="*/ 96 h 176"/>
              <a:gd name="T108" fmla="*/ 136 w 176"/>
              <a:gd name="T109" fmla="*/ 128 h 176"/>
              <a:gd name="T110" fmla="*/ 133 w 176"/>
              <a:gd name="T111" fmla="*/ 129 h 176"/>
              <a:gd name="T112" fmla="*/ 109 w 176"/>
              <a:gd name="T113" fmla="*/ 153 h 176"/>
              <a:gd name="T114" fmla="*/ 108 w 176"/>
              <a:gd name="T115" fmla="*/ 156 h 176"/>
              <a:gd name="T116" fmla="*/ 112 w 176"/>
              <a:gd name="T117" fmla="*/ 160 h 176"/>
              <a:gd name="T118" fmla="*/ 115 w 176"/>
              <a:gd name="T119" fmla="*/ 159 h 176"/>
              <a:gd name="T120" fmla="*/ 139 w 176"/>
              <a:gd name="T121" fmla="*/ 135 h 176"/>
              <a:gd name="T122" fmla="*/ 140 w 176"/>
              <a:gd name="T123" fmla="*/ 132 h 176"/>
              <a:gd name="T124" fmla="*/ 136 w 176"/>
              <a:gd name="T125" fmla="*/ 128 h 1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176" h="176">
                <a:moveTo>
                  <a:pt x="96" y="124"/>
                </a:moveTo>
                <a:cubicBezTo>
                  <a:pt x="96" y="122"/>
                  <a:pt x="94" y="120"/>
                  <a:pt x="92" y="120"/>
                </a:cubicBezTo>
                <a:cubicBezTo>
                  <a:pt x="91" y="120"/>
                  <a:pt x="90" y="120"/>
                  <a:pt x="89" y="121"/>
                </a:cubicBezTo>
                <a:cubicBezTo>
                  <a:pt x="65" y="145"/>
                  <a:pt x="65" y="145"/>
                  <a:pt x="65" y="145"/>
                </a:cubicBezTo>
                <a:cubicBezTo>
                  <a:pt x="64" y="146"/>
                  <a:pt x="64" y="147"/>
                  <a:pt x="64" y="148"/>
                </a:cubicBezTo>
                <a:cubicBezTo>
                  <a:pt x="64" y="150"/>
                  <a:pt x="66" y="152"/>
                  <a:pt x="68" y="152"/>
                </a:cubicBezTo>
                <a:cubicBezTo>
                  <a:pt x="82" y="152"/>
                  <a:pt x="82" y="152"/>
                  <a:pt x="82" y="152"/>
                </a:cubicBezTo>
                <a:cubicBezTo>
                  <a:pt x="65" y="169"/>
                  <a:pt x="65" y="169"/>
                  <a:pt x="65" y="169"/>
                </a:cubicBezTo>
                <a:cubicBezTo>
                  <a:pt x="64" y="170"/>
                  <a:pt x="64" y="171"/>
                  <a:pt x="64" y="172"/>
                </a:cubicBezTo>
                <a:cubicBezTo>
                  <a:pt x="64" y="174"/>
                  <a:pt x="66" y="176"/>
                  <a:pt x="68" y="176"/>
                </a:cubicBezTo>
                <a:cubicBezTo>
                  <a:pt x="69" y="176"/>
                  <a:pt x="70" y="176"/>
                  <a:pt x="71" y="175"/>
                </a:cubicBezTo>
                <a:cubicBezTo>
                  <a:pt x="95" y="151"/>
                  <a:pt x="95" y="151"/>
                  <a:pt x="95" y="151"/>
                </a:cubicBezTo>
                <a:cubicBezTo>
                  <a:pt x="96" y="150"/>
                  <a:pt x="96" y="149"/>
                  <a:pt x="96" y="148"/>
                </a:cubicBezTo>
                <a:cubicBezTo>
                  <a:pt x="96" y="146"/>
                  <a:pt x="94" y="144"/>
                  <a:pt x="92" y="144"/>
                </a:cubicBezTo>
                <a:cubicBezTo>
                  <a:pt x="92" y="144"/>
                  <a:pt x="92" y="144"/>
                  <a:pt x="92" y="144"/>
                </a:cubicBezTo>
                <a:cubicBezTo>
                  <a:pt x="78" y="144"/>
                  <a:pt x="78" y="144"/>
                  <a:pt x="78" y="144"/>
                </a:cubicBezTo>
                <a:cubicBezTo>
                  <a:pt x="95" y="127"/>
                  <a:pt x="95" y="127"/>
                  <a:pt x="95" y="127"/>
                </a:cubicBezTo>
                <a:cubicBezTo>
                  <a:pt x="96" y="126"/>
                  <a:pt x="96" y="125"/>
                  <a:pt x="96" y="124"/>
                </a:cubicBezTo>
                <a:moveTo>
                  <a:pt x="52" y="128"/>
                </a:moveTo>
                <a:cubicBezTo>
                  <a:pt x="51" y="128"/>
                  <a:pt x="50" y="128"/>
                  <a:pt x="49" y="129"/>
                </a:cubicBezTo>
                <a:cubicBezTo>
                  <a:pt x="25" y="153"/>
                  <a:pt x="25" y="153"/>
                  <a:pt x="25" y="153"/>
                </a:cubicBezTo>
                <a:cubicBezTo>
                  <a:pt x="24" y="154"/>
                  <a:pt x="24" y="155"/>
                  <a:pt x="24" y="156"/>
                </a:cubicBezTo>
                <a:cubicBezTo>
                  <a:pt x="24" y="158"/>
                  <a:pt x="26" y="160"/>
                  <a:pt x="28" y="160"/>
                </a:cubicBezTo>
                <a:cubicBezTo>
                  <a:pt x="29" y="160"/>
                  <a:pt x="30" y="160"/>
                  <a:pt x="31" y="159"/>
                </a:cubicBezTo>
                <a:cubicBezTo>
                  <a:pt x="55" y="135"/>
                  <a:pt x="55" y="135"/>
                  <a:pt x="55" y="135"/>
                </a:cubicBezTo>
                <a:cubicBezTo>
                  <a:pt x="56" y="134"/>
                  <a:pt x="56" y="133"/>
                  <a:pt x="56" y="132"/>
                </a:cubicBezTo>
                <a:cubicBezTo>
                  <a:pt x="56" y="130"/>
                  <a:pt x="54" y="128"/>
                  <a:pt x="52" y="128"/>
                </a:cubicBezTo>
                <a:moveTo>
                  <a:pt x="152" y="41"/>
                </a:moveTo>
                <a:cubicBezTo>
                  <a:pt x="152" y="41"/>
                  <a:pt x="152" y="40"/>
                  <a:pt x="152" y="40"/>
                </a:cubicBezTo>
                <a:cubicBezTo>
                  <a:pt x="152" y="27"/>
                  <a:pt x="141" y="16"/>
                  <a:pt x="128" y="16"/>
                </a:cubicBezTo>
                <a:cubicBezTo>
                  <a:pt x="122" y="16"/>
                  <a:pt x="116" y="18"/>
                  <a:pt x="112" y="22"/>
                </a:cubicBezTo>
                <a:cubicBezTo>
                  <a:pt x="104" y="9"/>
                  <a:pt x="89" y="0"/>
                  <a:pt x="72" y="0"/>
                </a:cubicBezTo>
                <a:cubicBezTo>
                  <a:pt x="48" y="0"/>
                  <a:pt x="28" y="18"/>
                  <a:pt x="25" y="41"/>
                </a:cubicBezTo>
                <a:cubicBezTo>
                  <a:pt x="10" y="44"/>
                  <a:pt x="0" y="57"/>
                  <a:pt x="0" y="72"/>
                </a:cubicBezTo>
                <a:cubicBezTo>
                  <a:pt x="0" y="90"/>
                  <a:pt x="14" y="104"/>
                  <a:pt x="32" y="104"/>
                </a:cubicBezTo>
                <a:cubicBezTo>
                  <a:pt x="144" y="104"/>
                  <a:pt x="144" y="104"/>
                  <a:pt x="144" y="104"/>
                </a:cubicBezTo>
                <a:cubicBezTo>
                  <a:pt x="162" y="104"/>
                  <a:pt x="176" y="90"/>
                  <a:pt x="176" y="72"/>
                </a:cubicBezTo>
                <a:cubicBezTo>
                  <a:pt x="176" y="57"/>
                  <a:pt x="166" y="45"/>
                  <a:pt x="152" y="41"/>
                </a:cubicBezTo>
                <a:moveTo>
                  <a:pt x="144" y="96"/>
                </a:moveTo>
                <a:cubicBezTo>
                  <a:pt x="32" y="96"/>
                  <a:pt x="32" y="96"/>
                  <a:pt x="32" y="96"/>
                </a:cubicBezTo>
                <a:cubicBezTo>
                  <a:pt x="19" y="96"/>
                  <a:pt x="8" y="85"/>
                  <a:pt x="8" y="72"/>
                </a:cubicBezTo>
                <a:cubicBezTo>
                  <a:pt x="8" y="61"/>
                  <a:pt x="16" y="51"/>
                  <a:pt x="26" y="49"/>
                </a:cubicBezTo>
                <a:cubicBezTo>
                  <a:pt x="30" y="48"/>
                  <a:pt x="32" y="45"/>
                  <a:pt x="32" y="42"/>
                </a:cubicBezTo>
                <a:cubicBezTo>
                  <a:pt x="35" y="23"/>
                  <a:pt x="52" y="8"/>
                  <a:pt x="72" y="8"/>
                </a:cubicBezTo>
                <a:cubicBezTo>
                  <a:pt x="86" y="8"/>
                  <a:pt x="94" y="11"/>
                  <a:pt x="102" y="22"/>
                </a:cubicBezTo>
                <a:cubicBezTo>
                  <a:pt x="103" y="24"/>
                  <a:pt x="109" y="30"/>
                  <a:pt x="111" y="30"/>
                </a:cubicBezTo>
                <a:cubicBezTo>
                  <a:pt x="111" y="30"/>
                  <a:pt x="112" y="30"/>
                  <a:pt x="112" y="30"/>
                </a:cubicBezTo>
                <a:cubicBezTo>
                  <a:pt x="114" y="30"/>
                  <a:pt x="116" y="29"/>
                  <a:pt x="117" y="28"/>
                </a:cubicBezTo>
                <a:cubicBezTo>
                  <a:pt x="120" y="25"/>
                  <a:pt x="124" y="24"/>
                  <a:pt x="128" y="24"/>
                </a:cubicBezTo>
                <a:cubicBezTo>
                  <a:pt x="137" y="24"/>
                  <a:pt x="144" y="31"/>
                  <a:pt x="144" y="40"/>
                </a:cubicBezTo>
                <a:cubicBezTo>
                  <a:pt x="144" y="41"/>
                  <a:pt x="144" y="41"/>
                  <a:pt x="144" y="41"/>
                </a:cubicBezTo>
                <a:cubicBezTo>
                  <a:pt x="144" y="44"/>
                  <a:pt x="146" y="48"/>
                  <a:pt x="150" y="49"/>
                </a:cubicBezTo>
                <a:cubicBezTo>
                  <a:pt x="161" y="52"/>
                  <a:pt x="168" y="61"/>
                  <a:pt x="168" y="72"/>
                </a:cubicBezTo>
                <a:cubicBezTo>
                  <a:pt x="168" y="85"/>
                  <a:pt x="157" y="96"/>
                  <a:pt x="144" y="96"/>
                </a:cubicBezTo>
                <a:moveTo>
                  <a:pt x="136" y="128"/>
                </a:moveTo>
                <a:cubicBezTo>
                  <a:pt x="135" y="128"/>
                  <a:pt x="134" y="128"/>
                  <a:pt x="133" y="129"/>
                </a:cubicBezTo>
                <a:cubicBezTo>
                  <a:pt x="109" y="153"/>
                  <a:pt x="109" y="153"/>
                  <a:pt x="109" y="153"/>
                </a:cubicBezTo>
                <a:cubicBezTo>
                  <a:pt x="108" y="154"/>
                  <a:pt x="108" y="155"/>
                  <a:pt x="108" y="156"/>
                </a:cubicBezTo>
                <a:cubicBezTo>
                  <a:pt x="108" y="158"/>
                  <a:pt x="110" y="160"/>
                  <a:pt x="112" y="160"/>
                </a:cubicBezTo>
                <a:cubicBezTo>
                  <a:pt x="113" y="160"/>
                  <a:pt x="114" y="160"/>
                  <a:pt x="115" y="159"/>
                </a:cubicBezTo>
                <a:cubicBezTo>
                  <a:pt x="139" y="135"/>
                  <a:pt x="139" y="135"/>
                  <a:pt x="139" y="135"/>
                </a:cubicBezTo>
                <a:cubicBezTo>
                  <a:pt x="140" y="134"/>
                  <a:pt x="140" y="133"/>
                  <a:pt x="140" y="132"/>
                </a:cubicBezTo>
                <a:cubicBezTo>
                  <a:pt x="140" y="130"/>
                  <a:pt x="138" y="128"/>
                  <a:pt x="136" y="128"/>
                </a:cubicBezTo>
              </a:path>
            </a:pathLst>
          </a:custGeom>
          <a:solidFill>
            <a:schemeClr val="accent5"/>
          </a:solidFill>
          <a:ln>
            <a:noFill/>
          </a:ln>
        </p:spPr>
        <p:txBody>
          <a:bodyPr/>
          <a:lstStyle/>
          <a:p>
            <a:pPr defTabSz="1371408" eaLnBrk="1" fontAlgn="auto" hangingPunct="1">
              <a:spcBef>
                <a:spcPts val="0"/>
              </a:spcBef>
              <a:spcAft>
                <a:spcPts val="0"/>
              </a:spcAft>
              <a:defRPr/>
            </a:pPr>
            <a:endParaRPr lang="uk-UA">
              <a:latin typeface="+mn-lt"/>
            </a:endParaRPr>
          </a:p>
        </p:txBody>
      </p:sp>
      <p:sp>
        <p:nvSpPr>
          <p:cNvPr id="13322" name="TextBox 55">
            <a:extLst>
              <a:ext uri="{FF2B5EF4-FFF2-40B4-BE49-F238E27FC236}">
                <a16:creationId xmlns:a16="http://schemas.microsoft.com/office/drawing/2014/main" id="{09D37F1A-7954-E610-ADEE-CA39FF10A84F}"/>
              </a:ext>
            </a:extLst>
          </p:cNvPr>
          <p:cNvSpPr txBox="1">
            <a:spLocks noChangeArrowheads="1"/>
          </p:cNvSpPr>
          <p:nvPr/>
        </p:nvSpPr>
        <p:spPr bwMode="auto">
          <a:xfrm>
            <a:off x="13277850" y="4721225"/>
            <a:ext cx="3584575" cy="31861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marL="341313" indent="-341313">
              <a:defRPr sz="2700">
                <a:solidFill>
                  <a:schemeClr val="tx1"/>
                </a:solidFill>
                <a:latin typeface="Franklin Gothic Book" panose="020B0503020102020204" pitchFamily="34" charset="0"/>
              </a:defRPr>
            </a:lvl1pPr>
            <a:lvl2pPr marL="742950" indent="-285750">
              <a:defRPr sz="2700">
                <a:solidFill>
                  <a:schemeClr val="tx1"/>
                </a:solidFill>
                <a:latin typeface="Franklin Gothic Book" panose="020B0503020102020204" pitchFamily="34" charset="0"/>
              </a:defRPr>
            </a:lvl2pPr>
            <a:lvl3pPr marL="1143000" indent="-228600">
              <a:defRPr sz="2700">
                <a:solidFill>
                  <a:schemeClr val="tx1"/>
                </a:solidFill>
                <a:latin typeface="Franklin Gothic Book" panose="020B0503020102020204" pitchFamily="34" charset="0"/>
              </a:defRPr>
            </a:lvl3pPr>
            <a:lvl4pPr marL="1600200" indent="-228600">
              <a:defRPr sz="2700">
                <a:solidFill>
                  <a:schemeClr val="tx1"/>
                </a:solidFill>
                <a:latin typeface="Franklin Gothic Book" panose="020B0503020102020204" pitchFamily="34" charset="0"/>
              </a:defRPr>
            </a:lvl4pPr>
            <a:lvl5pPr marL="2057400" indent="-228600">
              <a:defRPr sz="2700">
                <a:solidFill>
                  <a:schemeClr val="tx1"/>
                </a:solidFill>
                <a:latin typeface="Franklin Gothic Book" panose="020B0503020102020204" pitchFamily="34" charset="0"/>
              </a:defRPr>
            </a:lvl5pPr>
            <a:lvl6pPr marL="2514600" indent="-228600" defTabSz="1370013" eaLnBrk="0" fontAlgn="base" hangingPunct="0">
              <a:spcBef>
                <a:spcPct val="0"/>
              </a:spcBef>
              <a:spcAft>
                <a:spcPct val="0"/>
              </a:spcAft>
              <a:defRPr sz="2700">
                <a:solidFill>
                  <a:schemeClr val="tx1"/>
                </a:solidFill>
                <a:latin typeface="Franklin Gothic Book" panose="020B0503020102020204" pitchFamily="34" charset="0"/>
              </a:defRPr>
            </a:lvl6pPr>
            <a:lvl7pPr marL="2971800" indent="-228600" defTabSz="1370013" eaLnBrk="0" fontAlgn="base" hangingPunct="0">
              <a:spcBef>
                <a:spcPct val="0"/>
              </a:spcBef>
              <a:spcAft>
                <a:spcPct val="0"/>
              </a:spcAft>
              <a:defRPr sz="2700">
                <a:solidFill>
                  <a:schemeClr val="tx1"/>
                </a:solidFill>
                <a:latin typeface="Franklin Gothic Book" panose="020B0503020102020204" pitchFamily="34" charset="0"/>
              </a:defRPr>
            </a:lvl7pPr>
            <a:lvl8pPr marL="3429000" indent="-228600" defTabSz="1370013" eaLnBrk="0" fontAlgn="base" hangingPunct="0">
              <a:spcBef>
                <a:spcPct val="0"/>
              </a:spcBef>
              <a:spcAft>
                <a:spcPct val="0"/>
              </a:spcAft>
              <a:defRPr sz="2700">
                <a:solidFill>
                  <a:schemeClr val="tx1"/>
                </a:solidFill>
                <a:latin typeface="Franklin Gothic Book" panose="020B0503020102020204" pitchFamily="34" charset="0"/>
              </a:defRPr>
            </a:lvl8pPr>
            <a:lvl9pPr marL="3886200" indent="-228600" defTabSz="1370013" eaLnBrk="0" fontAlgn="base" hangingPunct="0">
              <a:spcBef>
                <a:spcPct val="0"/>
              </a:spcBef>
              <a:spcAft>
                <a:spcPct val="0"/>
              </a:spcAft>
              <a:defRPr sz="2700">
                <a:solidFill>
                  <a:schemeClr val="tx1"/>
                </a:solidFill>
                <a:latin typeface="Franklin Gothic Book" panose="020B0503020102020204" pitchFamily="34" charset="0"/>
              </a:defRPr>
            </a:lvl9pPr>
          </a:lstStyle>
          <a:p>
            <a:pPr eaLnBrk="1" hangingPunct="1">
              <a:spcAft>
                <a:spcPts val="1000"/>
              </a:spcAft>
              <a:buClr>
                <a:schemeClr val="tx1"/>
              </a:buClr>
              <a:buFont typeface="Courier New" panose="02070309020205020404" pitchFamily="49" charset="0"/>
              <a:buChar char="o"/>
            </a:pPr>
            <a:r>
              <a:rPr lang="es-ES_tradnl" altLang="es-ES" sz="2000">
                <a:solidFill>
                  <a:schemeClr val="tx2"/>
                </a:solidFill>
              </a:rPr>
              <a:t>Protocolo aplicado a IEEE-CIS (590.540 tx)</a:t>
            </a:r>
          </a:p>
          <a:p>
            <a:pPr eaLnBrk="1" hangingPunct="1">
              <a:spcAft>
                <a:spcPts val="1000"/>
              </a:spcAft>
              <a:buClr>
                <a:schemeClr val="tx1"/>
              </a:buClr>
              <a:buFont typeface="Courier New" panose="02070309020205020404" pitchFamily="49" charset="0"/>
              <a:buChar char="o"/>
            </a:pPr>
            <a:r>
              <a:rPr lang="es-ES_tradnl" altLang="es-ES" sz="2000">
                <a:solidFill>
                  <a:schemeClr val="tx2"/>
                </a:solidFill>
              </a:rPr>
              <a:t>Dos escenarios: heredado y optimizado</a:t>
            </a:r>
          </a:p>
          <a:p>
            <a:pPr eaLnBrk="1" hangingPunct="1">
              <a:spcAft>
                <a:spcPts val="1000"/>
              </a:spcAft>
              <a:buClr>
                <a:schemeClr val="tx1"/>
              </a:buClr>
              <a:buFont typeface="Courier New" panose="02070309020205020404" pitchFamily="49" charset="0"/>
              <a:buChar char="o"/>
            </a:pPr>
            <a:r>
              <a:rPr lang="es-ES_tradnl" altLang="es-ES" sz="2000">
                <a:solidFill>
                  <a:schemeClr val="tx2"/>
                </a:solidFill>
              </a:rPr>
              <a:t>Contribución más diferenciadora</a:t>
            </a:r>
          </a:p>
        </p:txBody>
      </p:sp>
      <p:sp>
        <p:nvSpPr>
          <p:cNvPr id="13323" name="Slide Number Placeholder 2">
            <a:extLst>
              <a:ext uri="{FF2B5EF4-FFF2-40B4-BE49-F238E27FC236}">
                <a16:creationId xmlns:a16="http://schemas.microsoft.com/office/drawing/2014/main" id="{AD9160EA-A06C-C203-8732-C5C03A023D28}"/>
              </a:ext>
            </a:extLst>
          </p:cNvPr>
          <p:cNvSpPr txBox="1">
            <a:spLocks noChangeArrowheads="1"/>
          </p:cNvSpPr>
          <p:nvPr/>
        </p:nvSpPr>
        <p:spPr bwMode="auto">
          <a:xfrm>
            <a:off x="16916400" y="9072563"/>
            <a:ext cx="1733550" cy="923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1428" tIns="45713" rIns="91428" bIns="45713">
            <a:spAutoFit/>
          </a:bodyPr>
          <a:lstStyle>
            <a:lvl1pPr>
              <a:defRPr sz="2700">
                <a:solidFill>
                  <a:schemeClr val="tx1"/>
                </a:solidFill>
                <a:latin typeface="Franklin Gothic Book" panose="020B0503020102020204" pitchFamily="34" charset="0"/>
              </a:defRPr>
            </a:lvl1pPr>
            <a:lvl2pPr marL="742950" indent="-285750">
              <a:defRPr sz="2700">
                <a:solidFill>
                  <a:schemeClr val="tx1"/>
                </a:solidFill>
                <a:latin typeface="Franklin Gothic Book" panose="020B0503020102020204" pitchFamily="34" charset="0"/>
              </a:defRPr>
            </a:lvl2pPr>
            <a:lvl3pPr marL="1143000" indent="-228600">
              <a:defRPr sz="2700">
                <a:solidFill>
                  <a:schemeClr val="tx1"/>
                </a:solidFill>
                <a:latin typeface="Franklin Gothic Book" panose="020B0503020102020204" pitchFamily="34" charset="0"/>
              </a:defRPr>
            </a:lvl3pPr>
            <a:lvl4pPr marL="1600200" indent="-228600">
              <a:defRPr sz="2700">
                <a:solidFill>
                  <a:schemeClr val="tx1"/>
                </a:solidFill>
                <a:latin typeface="Franklin Gothic Book" panose="020B0503020102020204" pitchFamily="34" charset="0"/>
              </a:defRPr>
            </a:lvl4pPr>
            <a:lvl5pPr marL="2057400" indent="-228600">
              <a:defRPr sz="2700">
                <a:solidFill>
                  <a:schemeClr val="tx1"/>
                </a:solidFill>
                <a:latin typeface="Franklin Gothic Book" panose="020B0503020102020204" pitchFamily="34" charset="0"/>
              </a:defRPr>
            </a:lvl5pPr>
            <a:lvl6pPr marL="2514600" indent="-228600" defTabSz="1370013" eaLnBrk="0" fontAlgn="base" hangingPunct="0">
              <a:spcBef>
                <a:spcPct val="0"/>
              </a:spcBef>
              <a:spcAft>
                <a:spcPct val="0"/>
              </a:spcAft>
              <a:defRPr sz="2700">
                <a:solidFill>
                  <a:schemeClr val="tx1"/>
                </a:solidFill>
                <a:latin typeface="Franklin Gothic Book" panose="020B0503020102020204" pitchFamily="34" charset="0"/>
              </a:defRPr>
            </a:lvl6pPr>
            <a:lvl7pPr marL="2971800" indent="-228600" defTabSz="1370013" eaLnBrk="0" fontAlgn="base" hangingPunct="0">
              <a:spcBef>
                <a:spcPct val="0"/>
              </a:spcBef>
              <a:spcAft>
                <a:spcPct val="0"/>
              </a:spcAft>
              <a:defRPr sz="2700">
                <a:solidFill>
                  <a:schemeClr val="tx1"/>
                </a:solidFill>
                <a:latin typeface="Franklin Gothic Book" panose="020B0503020102020204" pitchFamily="34" charset="0"/>
              </a:defRPr>
            </a:lvl7pPr>
            <a:lvl8pPr marL="3429000" indent="-228600" defTabSz="1370013" eaLnBrk="0" fontAlgn="base" hangingPunct="0">
              <a:spcBef>
                <a:spcPct val="0"/>
              </a:spcBef>
              <a:spcAft>
                <a:spcPct val="0"/>
              </a:spcAft>
              <a:defRPr sz="2700">
                <a:solidFill>
                  <a:schemeClr val="tx1"/>
                </a:solidFill>
                <a:latin typeface="Franklin Gothic Book" panose="020B0503020102020204" pitchFamily="34" charset="0"/>
              </a:defRPr>
            </a:lvl8pPr>
            <a:lvl9pPr marL="3886200" indent="-228600" defTabSz="1370013" eaLnBrk="0" fontAlgn="base" hangingPunct="0">
              <a:spcBef>
                <a:spcPct val="0"/>
              </a:spcBef>
              <a:spcAft>
                <a:spcPct val="0"/>
              </a:spcAft>
              <a:defRPr sz="2700">
                <a:solidFill>
                  <a:schemeClr val="tx1"/>
                </a:solidFill>
                <a:latin typeface="Franklin Gothic Book" panose="020B0503020102020204" pitchFamily="34" charset="0"/>
              </a:defRPr>
            </a:lvl9pPr>
          </a:lstStyle>
          <a:p>
            <a:pPr eaLnBrk="1" hangingPunct="1"/>
            <a:r>
              <a:rPr lang="es-ES_tradnl" altLang="es-ES" b="1">
                <a:solidFill>
                  <a:schemeClr val="accent2"/>
                </a:solidFill>
                <a:latin typeface="Franklin Gothic Medium" panose="020B0603020102090204" pitchFamily="34" charset="0"/>
              </a:rPr>
              <a:t>pág.</a:t>
            </a:r>
          </a:p>
          <a:p>
            <a:pPr eaLnBrk="1" hangingPunct="1"/>
            <a:r>
              <a:rPr lang="es-ES_tradnl" altLang="es-ES" b="1">
                <a:solidFill>
                  <a:schemeClr val="accent2"/>
                </a:solidFill>
                <a:latin typeface="Franklin Gothic Medium" panose="020B0603020102090204" pitchFamily="34" charset="0"/>
              </a:rPr>
              <a:t>0</a:t>
            </a:r>
            <a:fld id="{3EC6AF7F-45D3-438C-9023-7245B52F502F}" type="slidenum">
              <a:rPr lang="es-ES_tradnl" altLang="es-ES" b="1">
                <a:solidFill>
                  <a:schemeClr val="accent2"/>
                </a:solidFill>
                <a:latin typeface="Franklin Gothic Medium" panose="020B0603020102090204" pitchFamily="34" charset="0"/>
              </a:rPr>
              <a:pPr eaLnBrk="1" hangingPunct="1"/>
              <a:t>5</a:t>
            </a:fld>
            <a:endParaRPr lang="es-ES_tradnl" altLang="es-ES" b="1">
              <a:solidFill>
                <a:schemeClr val="accent2"/>
              </a:solidFill>
              <a:latin typeface="Franklin Gothic Medium" panose="020B0603020102090204" pitchFamily="34" charset="0"/>
            </a:endParaRPr>
          </a:p>
        </p:txBody>
      </p:sp>
    </p:spTree>
  </p:cSld>
  <p:clrMapOvr>
    <a:masterClrMapping/>
  </p:clrMapOvr>
  <p:transition spd="med">
    <p:fade/>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395A2E-21EA-4CF3-DA10-2B6986D21741}"/>
              </a:ext>
            </a:extLst>
          </p:cNvPr>
          <p:cNvSpPr>
            <a:spLocks noGrp="1"/>
          </p:cNvSpPr>
          <p:nvPr>
            <p:ph type="title"/>
          </p:nvPr>
        </p:nvSpPr>
        <p:spPr>
          <a:xfrm>
            <a:off x="876300" y="571500"/>
            <a:ext cx="16002000" cy="1322388"/>
          </a:xfrm>
        </p:spPr>
        <p:txBody>
          <a:bodyPr/>
          <a:lstStyle/>
          <a:p>
            <a:pPr defTabSz="1371408" eaLnBrk="1" fontAlgn="auto" hangingPunct="1">
              <a:spcAft>
                <a:spcPts val="0"/>
              </a:spcAft>
              <a:defRPr/>
            </a:pPr>
            <a:r>
              <a:rPr lang="es-ES_tradnl">
                <a:solidFill>
                  <a:schemeClr val="accent1"/>
                </a:solidFill>
              </a:rPr>
              <a:t>02 Metodología</a:t>
            </a:r>
            <a:br>
              <a:rPr lang="es-ES_tradnl">
                <a:solidFill>
                  <a:schemeClr val="accent1"/>
                </a:solidFill>
              </a:rPr>
            </a:br>
            <a:r>
              <a:rPr lang="es-ES_tradnl" err="1">
                <a:solidFill>
                  <a:srgbClr val="00566C"/>
                </a:solidFill>
              </a:rPr>
              <a:t>Datasets utilizados</a:t>
            </a:r>
          </a:p>
        </p:txBody>
      </p:sp>
      <p:sp>
        <p:nvSpPr>
          <p:cNvPr id="17467" name="Slide Number Placeholder 2">
            <a:extLst>
              <a:ext uri="{FF2B5EF4-FFF2-40B4-BE49-F238E27FC236}">
                <a16:creationId xmlns:a16="http://schemas.microsoft.com/office/drawing/2014/main" id="{25E8E64E-2B25-8498-E42E-C76A3C919B1D}"/>
              </a:ext>
            </a:extLst>
          </p:cNvPr>
          <p:cNvSpPr txBox="1">
            <a:spLocks noChangeArrowheads="1"/>
          </p:cNvSpPr>
          <p:nvPr/>
        </p:nvSpPr>
        <p:spPr bwMode="auto">
          <a:xfrm>
            <a:off x="16916400" y="9072563"/>
            <a:ext cx="1733550" cy="923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1428" tIns="45713" rIns="91428" bIns="45713">
            <a:spAutoFit/>
          </a:bodyPr>
          <a:lstStyle>
            <a:lvl1pPr>
              <a:defRPr sz="2700">
                <a:solidFill>
                  <a:schemeClr val="tx1"/>
                </a:solidFill>
                <a:latin typeface="Franklin Gothic Book" panose="020B0503020102020204" pitchFamily="34" charset="0"/>
              </a:defRPr>
            </a:lvl1pPr>
            <a:lvl2pPr marL="742950" indent="-285750">
              <a:defRPr sz="2700">
                <a:solidFill>
                  <a:schemeClr val="tx1"/>
                </a:solidFill>
                <a:latin typeface="Franklin Gothic Book" panose="020B0503020102020204" pitchFamily="34" charset="0"/>
              </a:defRPr>
            </a:lvl2pPr>
            <a:lvl3pPr marL="1143000" indent="-228600">
              <a:defRPr sz="2700">
                <a:solidFill>
                  <a:schemeClr val="tx1"/>
                </a:solidFill>
                <a:latin typeface="Franklin Gothic Book" panose="020B0503020102020204" pitchFamily="34" charset="0"/>
              </a:defRPr>
            </a:lvl3pPr>
            <a:lvl4pPr marL="1600200" indent="-228600">
              <a:defRPr sz="2700">
                <a:solidFill>
                  <a:schemeClr val="tx1"/>
                </a:solidFill>
                <a:latin typeface="Franklin Gothic Book" panose="020B0503020102020204" pitchFamily="34" charset="0"/>
              </a:defRPr>
            </a:lvl4pPr>
            <a:lvl5pPr marL="2057400" indent="-228600">
              <a:defRPr sz="2700">
                <a:solidFill>
                  <a:schemeClr val="tx1"/>
                </a:solidFill>
                <a:latin typeface="Franklin Gothic Book" panose="020B0503020102020204" pitchFamily="34" charset="0"/>
              </a:defRPr>
            </a:lvl5pPr>
            <a:lvl6pPr marL="2514600" indent="-228600" defTabSz="1370013" eaLnBrk="0" fontAlgn="base" hangingPunct="0">
              <a:spcBef>
                <a:spcPct val="0"/>
              </a:spcBef>
              <a:spcAft>
                <a:spcPct val="0"/>
              </a:spcAft>
              <a:defRPr sz="2700">
                <a:solidFill>
                  <a:schemeClr val="tx1"/>
                </a:solidFill>
                <a:latin typeface="Franklin Gothic Book" panose="020B0503020102020204" pitchFamily="34" charset="0"/>
              </a:defRPr>
            </a:lvl6pPr>
            <a:lvl7pPr marL="2971800" indent="-228600" defTabSz="1370013" eaLnBrk="0" fontAlgn="base" hangingPunct="0">
              <a:spcBef>
                <a:spcPct val="0"/>
              </a:spcBef>
              <a:spcAft>
                <a:spcPct val="0"/>
              </a:spcAft>
              <a:defRPr sz="2700">
                <a:solidFill>
                  <a:schemeClr val="tx1"/>
                </a:solidFill>
                <a:latin typeface="Franklin Gothic Book" panose="020B0503020102020204" pitchFamily="34" charset="0"/>
              </a:defRPr>
            </a:lvl7pPr>
            <a:lvl8pPr marL="3429000" indent="-228600" defTabSz="1370013" eaLnBrk="0" fontAlgn="base" hangingPunct="0">
              <a:spcBef>
                <a:spcPct val="0"/>
              </a:spcBef>
              <a:spcAft>
                <a:spcPct val="0"/>
              </a:spcAft>
              <a:defRPr sz="2700">
                <a:solidFill>
                  <a:schemeClr val="tx1"/>
                </a:solidFill>
                <a:latin typeface="Franklin Gothic Book" panose="020B0503020102020204" pitchFamily="34" charset="0"/>
              </a:defRPr>
            </a:lvl8pPr>
            <a:lvl9pPr marL="3886200" indent="-228600" defTabSz="1370013" eaLnBrk="0" fontAlgn="base" hangingPunct="0">
              <a:spcBef>
                <a:spcPct val="0"/>
              </a:spcBef>
              <a:spcAft>
                <a:spcPct val="0"/>
              </a:spcAft>
              <a:defRPr sz="2700">
                <a:solidFill>
                  <a:schemeClr val="tx1"/>
                </a:solidFill>
                <a:latin typeface="Franklin Gothic Book" panose="020B0503020102020204" pitchFamily="34" charset="0"/>
              </a:defRPr>
            </a:lvl9pPr>
          </a:lstStyle>
          <a:p>
            <a:pPr eaLnBrk="1" hangingPunct="1"/>
            <a:r>
              <a:rPr lang="es-ES_tradnl" altLang="es-ES" b="1">
                <a:solidFill>
                  <a:schemeClr val="accent2"/>
                </a:solidFill>
                <a:latin typeface="Franklin Gothic Medium" panose="020B0603020102090204" pitchFamily="34" charset="0"/>
              </a:rPr>
              <a:t>pág.</a:t>
            </a:r>
          </a:p>
          <a:p>
            <a:pPr eaLnBrk="1" hangingPunct="1"/>
            <a:r>
              <a:rPr lang="es-ES_tradnl" altLang="es-ES" b="1">
                <a:solidFill>
                  <a:schemeClr val="accent2"/>
                </a:solidFill>
                <a:latin typeface="Franklin Gothic Medium" panose="020B0603020102090204" pitchFamily="34" charset="0"/>
              </a:rPr>
              <a:t>0</a:t>
            </a:r>
            <a:fld id="{CBBE2CE8-E55E-4A1E-BAD8-BD89860AFB98}" type="slidenum">
              <a:rPr lang="es-ES_tradnl" altLang="es-ES" b="1">
                <a:solidFill>
                  <a:schemeClr val="accent2"/>
                </a:solidFill>
                <a:latin typeface="Franklin Gothic Medium" panose="020B0603020102090204" pitchFamily="34" charset="0"/>
              </a:rPr>
              <a:pPr eaLnBrk="1" hangingPunct="1"/>
              <a:t>6</a:t>
            </a:fld>
            <a:endParaRPr lang="es-ES_tradnl" altLang="es-ES" b="1">
              <a:solidFill>
                <a:schemeClr val="accent2"/>
              </a:solidFill>
              <a:latin typeface="Franklin Gothic Medium" panose="020B0603020102090204" pitchFamily="34" charset="0"/>
            </a:endParaRPr>
          </a:p>
        </p:txBody>
      </p:sp>
      <p:graphicFrame>
        <p:nvGraphicFramePr>
          <p:cNvPr id="17468" name="Table 17467"/>
          <p:cNvGraphicFramePr>
            <a:graphicFrameLocks noGrp="1"/>
          </p:cNvGraphicFramePr>
          <p:nvPr/>
        </p:nvGraphicFramePr>
        <p:xfrm>
          <a:off x="1371600" y="2194560"/>
          <a:ext cx="15544800" cy="5705856"/>
        </p:xfrm>
        <a:graphic>
          <a:graphicData uri="http://schemas.openxmlformats.org/drawingml/2006/table">
            <a:tbl>
              <a:tblPr firstRow="0" bandRow="0">
                <a:tableStyleId>{5940675A-B579-460E-94D1-54222C63F5DA}</a:tableStyleId>
              </a:tblPr>
              <a:tblGrid>
                <a:gridCol w="3657600"/>
                <a:gridCol w="5943600"/>
                <a:gridCol w="5943600"/>
              </a:tblGrid>
              <a:tr h="713232">
                <a:tc>
                  <a:txBody>
                    <a:bodyPr wrap="square"/>
                    <a:lstStyle/>
                    <a:p>
                      <a:pPr algn="l"/>
                      <a:r>
                        <a:rPr sz="1800" b="1">
                          <a:solidFill>
                            <a:srgbClr val="FFFFFF"/>
                          </a:solidFill>
                          <a:latin typeface="Franklin Gothic Medium"/>
                        </a:rPr>
                        <a:t>Característica</a:t>
                      </a:r>
                    </a:p>
                  </a:txBody>
                  <a:tcPr marL="91440" marR="91440" marT="36576" marB="36576" anchor="ctr">
                    <a:lnL w="12700">
                      <a:solidFill>
                        <a:srgbClr val="FFFFFF"/>
                      </a:solidFill>
                    </a:lnL>
                    <a:lnR w="12700">
                      <a:solidFill>
                        <a:srgbClr val="FFFFFF"/>
                      </a:solidFill>
                    </a:lnR>
                    <a:lnT w="12700">
                      <a:solidFill>
                        <a:srgbClr val="FFFFFF"/>
                      </a:solidFill>
                    </a:lnT>
                    <a:lnB w="12700">
                      <a:solidFill>
                        <a:srgbClr val="FFFFFF"/>
                      </a:solidFill>
                    </a:lnB>
                    <a:solidFill>
                      <a:srgbClr val="219BC3"/>
                    </a:solidFill>
                  </a:tcPr>
                </a:tc>
                <a:tc>
                  <a:txBody>
                    <a:bodyPr wrap="square"/>
                    <a:lstStyle/>
                    <a:p>
                      <a:pPr algn="ctr"/>
                      <a:r>
                        <a:rPr sz="1800" b="1">
                          <a:solidFill>
                            <a:srgbClr val="FFFFFF"/>
                          </a:solidFill>
                          <a:latin typeface="Franklin Gothic Medium"/>
                        </a:rPr>
                        <a:t>ULB Credit Card Fraud (2013)</a:t>
                      </a:r>
                    </a:p>
                  </a:txBody>
                  <a:tcPr marL="91440" marR="91440" marT="36576" marB="36576" anchor="ctr">
                    <a:lnL w="12700">
                      <a:solidFill>
                        <a:srgbClr val="FFFFFF"/>
                      </a:solidFill>
                    </a:lnL>
                    <a:lnR w="12700">
                      <a:solidFill>
                        <a:srgbClr val="FFFFFF"/>
                      </a:solidFill>
                    </a:lnR>
                    <a:lnT w="12700">
                      <a:solidFill>
                        <a:srgbClr val="FFFFFF"/>
                      </a:solidFill>
                    </a:lnT>
                    <a:lnB w="12700">
                      <a:solidFill>
                        <a:srgbClr val="FFFFFF"/>
                      </a:solidFill>
                    </a:lnB>
                    <a:solidFill>
                      <a:srgbClr val="219BC3"/>
                    </a:solidFill>
                  </a:tcPr>
                </a:tc>
                <a:tc>
                  <a:txBody>
                    <a:bodyPr wrap="square"/>
                    <a:lstStyle/>
                    <a:p>
                      <a:pPr algn="ctr"/>
                      <a:r>
                        <a:rPr sz="1800" b="1">
                          <a:solidFill>
                            <a:srgbClr val="FFFFFF"/>
                          </a:solidFill>
                          <a:latin typeface="Franklin Gothic Medium"/>
                        </a:rPr>
                        <a:t>IEEE-CIS Fraud Detection (2019)</a:t>
                      </a:r>
                    </a:p>
                  </a:txBody>
                  <a:tcPr marL="91440" marR="91440" marT="36576" marB="36576" anchor="ctr">
                    <a:lnL w="12700">
                      <a:solidFill>
                        <a:srgbClr val="FFFFFF"/>
                      </a:solidFill>
                    </a:lnL>
                    <a:lnR w="12700">
                      <a:solidFill>
                        <a:srgbClr val="FFFFFF"/>
                      </a:solidFill>
                    </a:lnR>
                    <a:lnT w="12700">
                      <a:solidFill>
                        <a:srgbClr val="FFFFFF"/>
                      </a:solidFill>
                    </a:lnT>
                    <a:lnB w="12700">
                      <a:solidFill>
                        <a:srgbClr val="FFFFFF"/>
                      </a:solidFill>
                    </a:lnB>
                    <a:solidFill>
                      <a:srgbClr val="219BC3"/>
                    </a:solidFill>
                  </a:tcPr>
                </a:tc>
              </a:tr>
              <a:tr h="713232">
                <a:tc>
                  <a:txBody>
                    <a:bodyPr wrap="square"/>
                    <a:lstStyle/>
                    <a:p>
                      <a:pPr algn="l"/>
                      <a:r>
                        <a:rPr sz="1800" b="1">
                          <a:solidFill>
                            <a:srgbClr val="00566C"/>
                          </a:solidFill>
                          <a:latin typeface="Franklin Gothic Medium"/>
                        </a:rPr>
                        <a:t>Transacciones</a:t>
                      </a:r>
                    </a:p>
                  </a:txBody>
                  <a:tcPr marL="91440" marR="91440" marT="36576" marB="36576" anchor="ctr">
                    <a:lnL w="12700">
                      <a:solidFill>
                        <a:srgbClr val="FFFFFF"/>
                      </a:solidFill>
                    </a:lnL>
                    <a:lnR w="12700">
                      <a:solidFill>
                        <a:srgbClr val="FFFFFF"/>
                      </a:solidFill>
                    </a:lnR>
                    <a:lnT w="12700">
                      <a:solidFill>
                        <a:srgbClr val="FFFFFF"/>
                      </a:solidFill>
                    </a:lnT>
                    <a:lnB w="12700">
                      <a:solidFill>
                        <a:srgbClr val="FFFFFF"/>
                      </a:solidFill>
                    </a:lnB>
                    <a:solidFill>
                      <a:srgbClr val="F2F2F5"/>
                    </a:solidFill>
                  </a:tcPr>
                </a:tc>
                <a:tc>
                  <a:txBody>
                    <a:bodyPr wrap="square"/>
                    <a:lstStyle/>
                    <a:p>
                      <a:pPr algn="ctr"/>
                      <a:r>
                        <a:rPr sz="1800" b="0">
                          <a:solidFill>
                            <a:srgbClr val="3C3C48"/>
                          </a:solidFill>
                          <a:latin typeface="Franklin Gothic Book"/>
                        </a:rPr>
                        <a:t>284.807</a:t>
                      </a:r>
                    </a:p>
                  </a:txBody>
                  <a:tcPr marL="91440" marR="91440" marT="36576" marB="36576" anchor="ctr">
                    <a:lnL w="12700">
                      <a:solidFill>
                        <a:srgbClr val="FFFFFF"/>
                      </a:solidFill>
                    </a:lnL>
                    <a:lnR w="12700">
                      <a:solidFill>
                        <a:srgbClr val="FFFFFF"/>
                      </a:solidFill>
                    </a:lnR>
                    <a:lnT w="12700">
                      <a:solidFill>
                        <a:srgbClr val="FFFFFF"/>
                      </a:solidFill>
                    </a:lnT>
                    <a:lnB w="12700">
                      <a:solidFill>
                        <a:srgbClr val="FFFFFF"/>
                      </a:solidFill>
                    </a:lnB>
                    <a:solidFill>
                      <a:srgbClr val="F2F2F5"/>
                    </a:solidFill>
                  </a:tcPr>
                </a:tc>
                <a:tc>
                  <a:txBody>
                    <a:bodyPr wrap="square"/>
                    <a:lstStyle/>
                    <a:p>
                      <a:pPr algn="ctr"/>
                      <a:r>
                        <a:rPr sz="1800" b="0">
                          <a:solidFill>
                            <a:srgbClr val="3C3C48"/>
                          </a:solidFill>
                          <a:latin typeface="Franklin Gothic Book"/>
                        </a:rPr>
                        <a:t>590.540</a:t>
                      </a:r>
                    </a:p>
                  </a:txBody>
                  <a:tcPr marL="91440" marR="91440" marT="36576" marB="36576" anchor="ctr">
                    <a:lnL w="12700">
                      <a:solidFill>
                        <a:srgbClr val="FFFFFF"/>
                      </a:solidFill>
                    </a:lnL>
                    <a:lnR w="12700">
                      <a:solidFill>
                        <a:srgbClr val="FFFFFF"/>
                      </a:solidFill>
                    </a:lnR>
                    <a:lnT w="12700">
                      <a:solidFill>
                        <a:srgbClr val="FFFFFF"/>
                      </a:solidFill>
                    </a:lnT>
                    <a:lnB w="12700">
                      <a:solidFill>
                        <a:srgbClr val="FFFFFF"/>
                      </a:solidFill>
                    </a:lnB>
                    <a:solidFill>
                      <a:srgbClr val="F2F2F5"/>
                    </a:solidFill>
                  </a:tcPr>
                </a:tc>
              </a:tr>
              <a:tr h="713232">
                <a:tc>
                  <a:txBody>
                    <a:bodyPr wrap="square"/>
                    <a:lstStyle/>
                    <a:p>
                      <a:pPr algn="l"/>
                      <a:r>
                        <a:rPr sz="1800" b="1">
                          <a:solidFill>
                            <a:srgbClr val="00566C"/>
                          </a:solidFill>
                          <a:latin typeface="Franklin Gothic Medium"/>
                        </a:rPr>
                        <a:t>Variables</a:t>
                      </a:r>
                    </a:p>
                  </a:txBody>
                  <a:tcPr marL="91440" marR="91440" marT="36576" marB="36576" anchor="ctr">
                    <a:lnL w="12700">
                      <a:solidFill>
                        <a:srgbClr val="FFFFFF"/>
                      </a:solidFill>
                    </a:lnL>
                    <a:lnR w="12700">
                      <a:solidFill>
                        <a:srgbClr val="FFFFFF"/>
                      </a:solidFill>
                    </a:lnR>
                    <a:lnT w="12700">
                      <a:solidFill>
                        <a:srgbClr val="FFFFFF"/>
                      </a:solidFill>
                    </a:lnT>
                    <a:lnB w="12700">
                      <a:solidFill>
                        <a:srgbClr val="FFFFFF"/>
                      </a:solidFill>
                    </a:lnB>
                    <a:solidFill>
                      <a:srgbClr val="FFFFFF"/>
                    </a:solidFill>
                  </a:tcPr>
                </a:tc>
                <a:tc>
                  <a:txBody>
                    <a:bodyPr wrap="square"/>
                    <a:lstStyle/>
                    <a:p>
                      <a:pPr algn="ctr"/>
                      <a:r>
                        <a:rPr sz="1800" b="0">
                          <a:solidFill>
                            <a:srgbClr val="3C3C48"/>
                          </a:solidFill>
                          <a:latin typeface="Franklin Gothic Book"/>
                        </a:rPr>
                        <a:t>30 (V1–V28 por PCA + Time y Amount)</a:t>
                      </a:r>
                    </a:p>
                  </a:txBody>
                  <a:tcPr marL="91440" marR="91440" marT="36576" marB="36576" anchor="ctr">
                    <a:lnL w="12700">
                      <a:solidFill>
                        <a:srgbClr val="FFFFFF"/>
                      </a:solidFill>
                    </a:lnL>
                    <a:lnR w="12700">
                      <a:solidFill>
                        <a:srgbClr val="FFFFFF"/>
                      </a:solidFill>
                    </a:lnR>
                    <a:lnT w="12700">
                      <a:solidFill>
                        <a:srgbClr val="FFFFFF"/>
                      </a:solidFill>
                    </a:lnT>
                    <a:lnB w="12700">
                      <a:solidFill>
                        <a:srgbClr val="FFFFFF"/>
                      </a:solidFill>
                    </a:lnB>
                    <a:solidFill>
                      <a:srgbClr val="FFFFFF"/>
                    </a:solidFill>
                  </a:tcPr>
                </a:tc>
                <a:tc>
                  <a:txBody>
                    <a:bodyPr wrap="square"/>
                    <a:lstStyle/>
                    <a:p>
                      <a:pPr algn="ctr"/>
                      <a:r>
                        <a:rPr sz="1800" b="0">
                          <a:solidFill>
                            <a:srgbClr val="3C3C48"/>
                          </a:solidFill>
                          <a:latin typeface="Franklin Gothic Book"/>
                        </a:rPr>
                        <a:t>434 (transacción + identidad)</a:t>
                      </a:r>
                    </a:p>
                  </a:txBody>
                  <a:tcPr marL="91440" marR="91440" marT="36576" marB="36576" anchor="ctr">
                    <a:lnL w="12700">
                      <a:solidFill>
                        <a:srgbClr val="FFFFFF"/>
                      </a:solidFill>
                    </a:lnL>
                    <a:lnR w="12700">
                      <a:solidFill>
                        <a:srgbClr val="FFFFFF"/>
                      </a:solidFill>
                    </a:lnR>
                    <a:lnT w="12700">
                      <a:solidFill>
                        <a:srgbClr val="FFFFFF"/>
                      </a:solidFill>
                    </a:lnT>
                    <a:lnB w="12700">
                      <a:solidFill>
                        <a:srgbClr val="FFFFFF"/>
                      </a:solidFill>
                    </a:lnB>
                    <a:solidFill>
                      <a:srgbClr val="FFFFFF"/>
                    </a:solidFill>
                  </a:tcPr>
                </a:tc>
              </a:tr>
              <a:tr h="713232">
                <a:tc>
                  <a:txBody>
                    <a:bodyPr wrap="square"/>
                    <a:lstStyle/>
                    <a:p>
                      <a:pPr algn="l"/>
                      <a:r>
                        <a:rPr sz="1800" b="1">
                          <a:solidFill>
                            <a:srgbClr val="00566C"/>
                          </a:solidFill>
                          <a:latin typeface="Franklin Gothic Medium"/>
                        </a:rPr>
                        <a:t>Fraudes</a:t>
                      </a:r>
                    </a:p>
                  </a:txBody>
                  <a:tcPr marL="91440" marR="91440" marT="36576" marB="36576" anchor="ctr">
                    <a:lnL w="12700">
                      <a:solidFill>
                        <a:srgbClr val="FFFFFF"/>
                      </a:solidFill>
                    </a:lnL>
                    <a:lnR w="12700">
                      <a:solidFill>
                        <a:srgbClr val="FFFFFF"/>
                      </a:solidFill>
                    </a:lnR>
                    <a:lnT w="12700">
                      <a:solidFill>
                        <a:srgbClr val="FFFFFF"/>
                      </a:solidFill>
                    </a:lnT>
                    <a:lnB w="12700">
                      <a:solidFill>
                        <a:srgbClr val="FFFFFF"/>
                      </a:solidFill>
                    </a:lnB>
                    <a:solidFill>
                      <a:srgbClr val="F2F2F5"/>
                    </a:solidFill>
                  </a:tcPr>
                </a:tc>
                <a:tc>
                  <a:txBody>
                    <a:bodyPr wrap="square"/>
                    <a:lstStyle/>
                    <a:p>
                      <a:pPr algn="ctr"/>
                      <a:r>
                        <a:rPr sz="1800" b="0">
                          <a:solidFill>
                            <a:srgbClr val="3C3C48"/>
                          </a:solidFill>
                          <a:latin typeface="Franklin Gothic Book"/>
                        </a:rPr>
                        <a:t>492  (0,173 %)</a:t>
                      </a:r>
                    </a:p>
                  </a:txBody>
                  <a:tcPr marL="91440" marR="91440" marT="36576" marB="36576" anchor="ctr">
                    <a:lnL w="12700">
                      <a:solidFill>
                        <a:srgbClr val="FFFFFF"/>
                      </a:solidFill>
                    </a:lnL>
                    <a:lnR w="12700">
                      <a:solidFill>
                        <a:srgbClr val="FFFFFF"/>
                      </a:solidFill>
                    </a:lnR>
                    <a:lnT w="12700">
                      <a:solidFill>
                        <a:srgbClr val="FFFFFF"/>
                      </a:solidFill>
                    </a:lnT>
                    <a:lnB w="12700">
                      <a:solidFill>
                        <a:srgbClr val="FFFFFF"/>
                      </a:solidFill>
                    </a:lnB>
                    <a:solidFill>
                      <a:srgbClr val="F2F2F5"/>
                    </a:solidFill>
                  </a:tcPr>
                </a:tc>
                <a:tc>
                  <a:txBody>
                    <a:bodyPr wrap="square"/>
                    <a:lstStyle/>
                    <a:p>
                      <a:pPr algn="ctr"/>
                      <a:r>
                        <a:rPr sz="1800" b="0">
                          <a:solidFill>
                            <a:srgbClr val="3C3C48"/>
                          </a:solidFill>
                          <a:latin typeface="Franklin Gothic Book"/>
                        </a:rPr>
                        <a:t>20.663  (3,50 %)</a:t>
                      </a:r>
                    </a:p>
                  </a:txBody>
                  <a:tcPr marL="91440" marR="91440" marT="36576" marB="36576" anchor="ctr">
                    <a:lnL w="12700">
                      <a:solidFill>
                        <a:srgbClr val="FFFFFF"/>
                      </a:solidFill>
                    </a:lnL>
                    <a:lnR w="12700">
                      <a:solidFill>
                        <a:srgbClr val="FFFFFF"/>
                      </a:solidFill>
                    </a:lnR>
                    <a:lnT w="12700">
                      <a:solidFill>
                        <a:srgbClr val="FFFFFF"/>
                      </a:solidFill>
                    </a:lnT>
                    <a:lnB w="12700">
                      <a:solidFill>
                        <a:srgbClr val="FFFFFF"/>
                      </a:solidFill>
                    </a:lnB>
                    <a:solidFill>
                      <a:srgbClr val="F2F2F5"/>
                    </a:solidFill>
                  </a:tcPr>
                </a:tc>
              </a:tr>
              <a:tr h="713232">
                <a:tc>
                  <a:txBody>
                    <a:bodyPr wrap="square"/>
                    <a:lstStyle/>
                    <a:p>
                      <a:pPr algn="l"/>
                      <a:r>
                        <a:rPr sz="1800" b="1">
                          <a:solidFill>
                            <a:srgbClr val="00566C"/>
                          </a:solidFill>
                          <a:latin typeface="Franklin Gothic Medium"/>
                        </a:rPr>
                        <a:t>Desbalance</a:t>
                      </a:r>
                    </a:p>
                  </a:txBody>
                  <a:tcPr marL="91440" marR="91440" marT="36576" marB="36576" anchor="ctr">
                    <a:lnL w="12700">
                      <a:solidFill>
                        <a:srgbClr val="FFFFFF"/>
                      </a:solidFill>
                    </a:lnL>
                    <a:lnR w="12700">
                      <a:solidFill>
                        <a:srgbClr val="FFFFFF"/>
                      </a:solidFill>
                    </a:lnR>
                    <a:lnT w="12700">
                      <a:solidFill>
                        <a:srgbClr val="FFFFFF"/>
                      </a:solidFill>
                    </a:lnT>
                    <a:lnB w="12700">
                      <a:solidFill>
                        <a:srgbClr val="FFFFFF"/>
                      </a:solidFill>
                    </a:lnB>
                    <a:solidFill>
                      <a:srgbClr val="FFFFFF"/>
                    </a:solidFill>
                  </a:tcPr>
                </a:tc>
                <a:tc>
                  <a:txBody>
                    <a:bodyPr wrap="square"/>
                    <a:lstStyle/>
                    <a:p>
                      <a:pPr algn="ctr"/>
                      <a:r>
                        <a:rPr sz="1800" b="0">
                          <a:solidFill>
                            <a:srgbClr val="3C3C48"/>
                          </a:solidFill>
                          <a:latin typeface="Franklin Gothic Book"/>
                        </a:rPr>
                        <a:t>578 : 1</a:t>
                      </a:r>
                    </a:p>
                  </a:txBody>
                  <a:tcPr marL="91440" marR="91440" marT="36576" marB="36576" anchor="ctr">
                    <a:lnL w="12700">
                      <a:solidFill>
                        <a:srgbClr val="FFFFFF"/>
                      </a:solidFill>
                    </a:lnL>
                    <a:lnR w="12700">
                      <a:solidFill>
                        <a:srgbClr val="FFFFFF"/>
                      </a:solidFill>
                    </a:lnR>
                    <a:lnT w="12700">
                      <a:solidFill>
                        <a:srgbClr val="FFFFFF"/>
                      </a:solidFill>
                    </a:lnT>
                    <a:lnB w="12700">
                      <a:solidFill>
                        <a:srgbClr val="FFFFFF"/>
                      </a:solidFill>
                    </a:lnB>
                    <a:solidFill>
                      <a:srgbClr val="FFFFFF"/>
                    </a:solidFill>
                  </a:tcPr>
                </a:tc>
                <a:tc>
                  <a:txBody>
                    <a:bodyPr wrap="square"/>
                    <a:lstStyle/>
                    <a:p>
                      <a:pPr algn="ctr"/>
                      <a:r>
                        <a:rPr sz="1800" b="0">
                          <a:solidFill>
                            <a:srgbClr val="3C3C48"/>
                          </a:solidFill>
                          <a:latin typeface="Franklin Gothic Book"/>
                        </a:rPr>
                        <a:t>27 : 1</a:t>
                      </a:r>
                    </a:p>
                  </a:txBody>
                  <a:tcPr marL="91440" marR="91440" marT="36576" marB="36576" anchor="ctr">
                    <a:lnL w="12700">
                      <a:solidFill>
                        <a:srgbClr val="FFFFFF"/>
                      </a:solidFill>
                    </a:lnL>
                    <a:lnR w="12700">
                      <a:solidFill>
                        <a:srgbClr val="FFFFFF"/>
                      </a:solidFill>
                    </a:lnR>
                    <a:lnT w="12700">
                      <a:solidFill>
                        <a:srgbClr val="FFFFFF"/>
                      </a:solidFill>
                    </a:lnT>
                    <a:lnB w="12700">
                      <a:solidFill>
                        <a:srgbClr val="FFFFFF"/>
                      </a:solidFill>
                    </a:lnB>
                    <a:solidFill>
                      <a:srgbClr val="FFFFFF"/>
                    </a:solidFill>
                  </a:tcPr>
                </a:tc>
              </a:tr>
              <a:tr h="713232">
                <a:tc>
                  <a:txBody>
                    <a:bodyPr wrap="square"/>
                    <a:lstStyle/>
                    <a:p>
                      <a:pPr algn="l"/>
                      <a:r>
                        <a:rPr sz="1800" b="1">
                          <a:solidFill>
                            <a:srgbClr val="00566C"/>
                          </a:solidFill>
                          <a:latin typeface="Franklin Gothic Medium"/>
                        </a:rPr>
                        <a:t>Valores faltantes</a:t>
                      </a:r>
                    </a:p>
                  </a:txBody>
                  <a:tcPr marL="91440" marR="91440" marT="36576" marB="36576" anchor="ctr">
                    <a:lnL w="12700">
                      <a:solidFill>
                        <a:srgbClr val="FFFFFF"/>
                      </a:solidFill>
                    </a:lnL>
                    <a:lnR w="12700">
                      <a:solidFill>
                        <a:srgbClr val="FFFFFF"/>
                      </a:solidFill>
                    </a:lnR>
                    <a:lnT w="12700">
                      <a:solidFill>
                        <a:srgbClr val="FFFFFF"/>
                      </a:solidFill>
                    </a:lnT>
                    <a:lnB w="12700">
                      <a:solidFill>
                        <a:srgbClr val="FFFFFF"/>
                      </a:solidFill>
                    </a:lnB>
                    <a:solidFill>
                      <a:srgbClr val="F2F2F5"/>
                    </a:solidFill>
                  </a:tcPr>
                </a:tc>
                <a:tc>
                  <a:txBody>
                    <a:bodyPr wrap="square"/>
                    <a:lstStyle/>
                    <a:p>
                      <a:pPr algn="ctr"/>
                      <a:r>
                        <a:rPr sz="1800" b="0">
                          <a:solidFill>
                            <a:srgbClr val="3C3C48"/>
                          </a:solidFill>
                          <a:latin typeface="Franklin Gothic Book"/>
                        </a:rPr>
                        <a:t>0</a:t>
                      </a:r>
                    </a:p>
                  </a:txBody>
                  <a:tcPr marL="91440" marR="91440" marT="36576" marB="36576" anchor="ctr">
                    <a:lnL w="12700">
                      <a:solidFill>
                        <a:srgbClr val="FFFFFF"/>
                      </a:solidFill>
                    </a:lnL>
                    <a:lnR w="12700">
                      <a:solidFill>
                        <a:srgbClr val="FFFFFF"/>
                      </a:solidFill>
                    </a:lnR>
                    <a:lnT w="12700">
                      <a:solidFill>
                        <a:srgbClr val="FFFFFF"/>
                      </a:solidFill>
                    </a:lnT>
                    <a:lnB w="12700">
                      <a:solidFill>
                        <a:srgbClr val="FFFFFF"/>
                      </a:solidFill>
                    </a:lnB>
                    <a:solidFill>
                      <a:srgbClr val="F2F2F5"/>
                    </a:solidFill>
                  </a:tcPr>
                </a:tc>
                <a:tc>
                  <a:txBody>
                    <a:bodyPr wrap="square"/>
                    <a:lstStyle/>
                    <a:p>
                      <a:pPr algn="ctr"/>
                      <a:r>
                        <a:rPr sz="1800" b="0">
                          <a:solidFill>
                            <a:srgbClr val="3C3C48"/>
                          </a:solidFill>
                          <a:latin typeface="Franklin Gothic Book"/>
                        </a:rPr>
                        <a:t>115,5 millones</a:t>
                      </a:r>
                    </a:p>
                  </a:txBody>
                  <a:tcPr marL="91440" marR="91440" marT="36576" marB="36576" anchor="ctr">
                    <a:lnL w="12700">
                      <a:solidFill>
                        <a:srgbClr val="FFFFFF"/>
                      </a:solidFill>
                    </a:lnL>
                    <a:lnR w="12700">
                      <a:solidFill>
                        <a:srgbClr val="FFFFFF"/>
                      </a:solidFill>
                    </a:lnR>
                    <a:lnT w="12700">
                      <a:solidFill>
                        <a:srgbClr val="FFFFFF"/>
                      </a:solidFill>
                    </a:lnT>
                    <a:lnB w="12700">
                      <a:solidFill>
                        <a:srgbClr val="FFFFFF"/>
                      </a:solidFill>
                    </a:lnB>
                    <a:solidFill>
                      <a:srgbClr val="F2F2F5"/>
                    </a:solidFill>
                  </a:tcPr>
                </a:tc>
              </a:tr>
              <a:tr h="713232">
                <a:tc>
                  <a:txBody>
                    <a:bodyPr wrap="square"/>
                    <a:lstStyle/>
                    <a:p>
                      <a:pPr algn="l"/>
                      <a:r>
                        <a:rPr sz="1800" b="1">
                          <a:solidFill>
                            <a:srgbClr val="00566C"/>
                          </a:solidFill>
                          <a:latin typeface="Franklin Gothic Medium"/>
                        </a:rPr>
                        <a:t>Origen</a:t>
                      </a:r>
                    </a:p>
                  </a:txBody>
                  <a:tcPr marL="91440" marR="91440" marT="36576" marB="36576" anchor="ctr">
                    <a:lnL w="12700">
                      <a:solidFill>
                        <a:srgbClr val="FFFFFF"/>
                      </a:solidFill>
                    </a:lnL>
                    <a:lnR w="12700">
                      <a:solidFill>
                        <a:srgbClr val="FFFFFF"/>
                      </a:solidFill>
                    </a:lnR>
                    <a:lnT w="12700">
                      <a:solidFill>
                        <a:srgbClr val="FFFFFF"/>
                      </a:solidFill>
                    </a:lnT>
                    <a:lnB w="12700">
                      <a:solidFill>
                        <a:srgbClr val="FFFFFF"/>
                      </a:solidFill>
                    </a:lnB>
                    <a:solidFill>
                      <a:srgbClr val="FFFFFF"/>
                    </a:solidFill>
                  </a:tcPr>
                </a:tc>
                <a:tc>
                  <a:txBody>
                    <a:bodyPr wrap="square"/>
                    <a:lstStyle/>
                    <a:p>
                      <a:pPr algn="ctr"/>
                      <a:r>
                        <a:rPr sz="1800" b="0">
                          <a:solidFill>
                            <a:srgbClr val="3C3C48"/>
                          </a:solidFill>
                          <a:latin typeface="Franklin Gothic Book"/>
                        </a:rPr>
                        <a:t>Tarjetas europeas, 2 días de sep-2013</a:t>
                      </a:r>
                    </a:p>
                  </a:txBody>
                  <a:tcPr marL="91440" marR="91440" marT="36576" marB="36576" anchor="ctr">
                    <a:lnL w="12700">
                      <a:solidFill>
                        <a:srgbClr val="FFFFFF"/>
                      </a:solidFill>
                    </a:lnL>
                    <a:lnR w="12700">
                      <a:solidFill>
                        <a:srgbClr val="FFFFFF"/>
                      </a:solidFill>
                    </a:lnR>
                    <a:lnT w="12700">
                      <a:solidFill>
                        <a:srgbClr val="FFFFFF"/>
                      </a:solidFill>
                    </a:lnT>
                    <a:lnB w="12700">
                      <a:solidFill>
                        <a:srgbClr val="FFFFFF"/>
                      </a:solidFill>
                    </a:lnB>
                    <a:solidFill>
                      <a:srgbClr val="FFFFFF"/>
                    </a:solidFill>
                  </a:tcPr>
                </a:tc>
                <a:tc>
                  <a:txBody>
                    <a:bodyPr wrap="square"/>
                    <a:lstStyle/>
                    <a:p>
                      <a:pPr algn="ctr"/>
                      <a:r>
                        <a:rPr sz="1800" b="0">
                          <a:solidFill>
                            <a:srgbClr val="3C3C48"/>
                          </a:solidFill>
                          <a:latin typeface="Franklin Gothic Book"/>
                        </a:rPr>
                        <a:t>Comercio electrónico (Vesta Corp.)</a:t>
                      </a:r>
                    </a:p>
                  </a:txBody>
                  <a:tcPr marL="91440" marR="91440" marT="36576" marB="36576" anchor="ctr">
                    <a:lnL w="12700">
                      <a:solidFill>
                        <a:srgbClr val="FFFFFF"/>
                      </a:solidFill>
                    </a:lnL>
                    <a:lnR w="12700">
                      <a:solidFill>
                        <a:srgbClr val="FFFFFF"/>
                      </a:solidFill>
                    </a:lnR>
                    <a:lnT w="12700">
                      <a:solidFill>
                        <a:srgbClr val="FFFFFF"/>
                      </a:solidFill>
                    </a:lnT>
                    <a:lnB w="12700">
                      <a:solidFill>
                        <a:srgbClr val="FFFFFF"/>
                      </a:solidFill>
                    </a:lnB>
                    <a:solidFill>
                      <a:srgbClr val="FFFFFF"/>
                    </a:solidFill>
                  </a:tcPr>
                </a:tc>
              </a:tr>
              <a:tr h="713232">
                <a:tc>
                  <a:txBody>
                    <a:bodyPr wrap="square"/>
                    <a:lstStyle/>
                    <a:p>
                      <a:pPr algn="l"/>
                      <a:r>
                        <a:rPr sz="1800" b="1">
                          <a:solidFill>
                            <a:srgbClr val="00566C"/>
                          </a:solidFill>
                          <a:latin typeface="Franklin Gothic Medium"/>
                        </a:rPr>
                        <a:t>Rol en el TFM</a:t>
                      </a:r>
                    </a:p>
                  </a:txBody>
                  <a:tcPr marL="91440" marR="91440" marT="36576" marB="36576" anchor="ctr">
                    <a:lnL w="12700">
                      <a:solidFill>
                        <a:srgbClr val="FFFFFF"/>
                      </a:solidFill>
                    </a:lnL>
                    <a:lnR w="12700">
                      <a:solidFill>
                        <a:srgbClr val="FFFFFF"/>
                      </a:solidFill>
                    </a:lnR>
                    <a:lnT w="12700">
                      <a:solidFill>
                        <a:srgbClr val="FFFFFF"/>
                      </a:solidFill>
                    </a:lnT>
                    <a:lnB w="12700">
                      <a:solidFill>
                        <a:srgbClr val="FFFFFF"/>
                      </a:solidFill>
                    </a:lnB>
                    <a:solidFill>
                      <a:srgbClr val="F2F2F5"/>
                    </a:solidFill>
                  </a:tcPr>
                </a:tc>
                <a:tc>
                  <a:txBody>
                    <a:bodyPr wrap="square"/>
                    <a:lstStyle/>
                    <a:p>
                      <a:pPr algn="ctr"/>
                      <a:r>
                        <a:rPr sz="1800" b="0">
                          <a:solidFill>
                            <a:srgbClr val="3C3C48"/>
                          </a:solidFill>
                          <a:latin typeface="Franklin Gothic Book"/>
                        </a:rPr>
                        <a:t>Benchmark principal: 15 combinaciones</a:t>
                      </a:r>
                    </a:p>
                  </a:txBody>
                  <a:tcPr marL="91440" marR="91440" marT="36576" marB="36576" anchor="ctr">
                    <a:lnL w="12700">
                      <a:solidFill>
                        <a:srgbClr val="FFFFFF"/>
                      </a:solidFill>
                    </a:lnL>
                    <a:lnR w="12700">
                      <a:solidFill>
                        <a:srgbClr val="FFFFFF"/>
                      </a:solidFill>
                    </a:lnR>
                    <a:lnT w="12700">
                      <a:solidFill>
                        <a:srgbClr val="FFFFFF"/>
                      </a:solidFill>
                    </a:lnT>
                    <a:lnB w="12700">
                      <a:solidFill>
                        <a:srgbClr val="FFFFFF"/>
                      </a:solidFill>
                    </a:lnB>
                    <a:solidFill>
                      <a:srgbClr val="F2F2F5"/>
                    </a:solidFill>
                  </a:tcPr>
                </a:tc>
                <a:tc>
                  <a:txBody>
                    <a:bodyPr wrap="square"/>
                    <a:lstStyle/>
                    <a:p>
                      <a:pPr algn="ctr"/>
                      <a:r>
                        <a:rPr sz="1800" b="0">
                          <a:solidFill>
                            <a:srgbClr val="3C3C48"/>
                          </a:solidFill>
                          <a:latin typeface="Franklin Gothic Book"/>
                        </a:rPr>
                        <a:t>Validación externa: 2 finalistas</a:t>
                      </a:r>
                    </a:p>
                  </a:txBody>
                  <a:tcPr marL="91440" marR="91440" marT="36576" marB="36576" anchor="ctr">
                    <a:lnL w="12700">
                      <a:solidFill>
                        <a:srgbClr val="FFFFFF"/>
                      </a:solidFill>
                    </a:lnL>
                    <a:lnR w="12700">
                      <a:solidFill>
                        <a:srgbClr val="FFFFFF"/>
                      </a:solidFill>
                    </a:lnR>
                    <a:lnT w="12700">
                      <a:solidFill>
                        <a:srgbClr val="FFFFFF"/>
                      </a:solidFill>
                    </a:lnT>
                    <a:lnB w="12700">
                      <a:solidFill>
                        <a:srgbClr val="FFFFFF"/>
                      </a:solidFill>
                    </a:lnB>
                    <a:solidFill>
                      <a:srgbClr val="F2F2F5"/>
                    </a:solidFill>
                  </a:tcPr>
                </a:tc>
              </a:tr>
            </a:tbl>
          </a:graphicData>
        </a:graphic>
      </p:graphicFrame>
    </p:spTree>
  </p:cSld>
  <p:clrMapOvr>
    <a:masterClrMapping/>
  </p:clrMapOvr>
  <p:transition spd="med">
    <p:fade/>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27" name="Straight Connector 26">
            <a:extLst>
              <a:ext uri="{FF2B5EF4-FFF2-40B4-BE49-F238E27FC236}">
                <a16:creationId xmlns:a16="http://schemas.microsoft.com/office/drawing/2014/main" id="{387DB172-CECF-8AAC-CDA9-ECB67CD82136}"/>
              </a:ext>
            </a:extLst>
          </p:cNvPr>
          <p:cNvCxnSpPr>
            <a:endCxn id="18460" idx="7"/>
          </p:cNvCxnSpPr>
          <p:nvPr/>
        </p:nvCxnSpPr>
        <p:spPr>
          <a:xfrm flipH="1">
            <a:off x="1422400" y="5143500"/>
            <a:ext cx="15193963" cy="0"/>
          </a:xfrm>
          <a:prstGeom prst="line">
            <a:avLst/>
          </a:prstGeom>
          <a:ln w="25400">
            <a:solidFill>
              <a:schemeClr val="accent2"/>
            </a:solidFill>
            <a:headEnd type="none"/>
            <a:tailEnd type="none"/>
          </a:ln>
        </p:spPr>
        <p:style>
          <a:lnRef idx="1">
            <a:schemeClr val="accent1"/>
          </a:lnRef>
          <a:fillRef idx="0">
            <a:schemeClr val="accent1"/>
          </a:fillRef>
          <a:effectRef idx="0">
            <a:schemeClr val="accent1"/>
          </a:effectRef>
          <a:fontRef idx="minor">
            <a:schemeClr val="tx1"/>
          </a:fontRef>
        </p:style>
      </p:cxnSp>
      <p:sp>
        <p:nvSpPr>
          <p:cNvPr id="2" name="Title 1">
            <a:extLst>
              <a:ext uri="{FF2B5EF4-FFF2-40B4-BE49-F238E27FC236}">
                <a16:creationId xmlns:a16="http://schemas.microsoft.com/office/drawing/2014/main" id="{55D7124B-ED40-7C55-399A-207701720142}"/>
              </a:ext>
            </a:extLst>
          </p:cNvPr>
          <p:cNvSpPr>
            <a:spLocks noGrp="1"/>
          </p:cNvSpPr>
          <p:nvPr>
            <p:ph type="title"/>
          </p:nvPr>
        </p:nvSpPr>
        <p:spPr>
          <a:xfrm>
            <a:off x="876300" y="571500"/>
            <a:ext cx="16002000" cy="1322388"/>
          </a:xfrm>
        </p:spPr>
        <p:txBody>
          <a:bodyPr/>
          <a:lstStyle/>
          <a:p>
            <a:pPr defTabSz="1371408" eaLnBrk="1" fontAlgn="auto" hangingPunct="1">
              <a:spcAft>
                <a:spcPts val="0"/>
              </a:spcAft>
              <a:defRPr/>
            </a:pPr>
            <a:r>
              <a:rPr lang="es-ES_tradnl">
                <a:solidFill>
                  <a:schemeClr val="accent1"/>
                </a:solidFill>
              </a:rPr>
              <a:t>02 Metodología</a:t>
            </a:r>
            <a:br>
              <a:rPr lang="es-ES_tradnl"/>
            </a:br>
            <a:r>
              <a:rPr lang="es-ES_tradnl">
                <a:solidFill>
                  <a:srgbClr val="00566C"/>
                </a:solidFill>
              </a:rPr>
              <a:t>Protocolo experimental</a:t>
            </a:r>
            <a:endParaRPr lang="es-ES_tradnl">
              <a:solidFill>
                <a:schemeClr val="accent1"/>
              </a:solidFill>
            </a:endParaRPr>
          </a:p>
        </p:txBody>
      </p:sp>
      <p:sp>
        <p:nvSpPr>
          <p:cNvPr id="13" name="Oval 12">
            <a:extLst>
              <a:ext uri="{FF2B5EF4-FFF2-40B4-BE49-F238E27FC236}">
                <a16:creationId xmlns:a16="http://schemas.microsoft.com/office/drawing/2014/main" id="{CF2A3A84-53B2-7787-AA5E-F86BEDA58870}"/>
              </a:ext>
            </a:extLst>
          </p:cNvPr>
          <p:cNvSpPr/>
          <p:nvPr/>
        </p:nvSpPr>
        <p:spPr>
          <a:xfrm rot="10800000">
            <a:off x="3379788" y="4964113"/>
            <a:ext cx="360362" cy="358775"/>
          </a:xfrm>
          <a:prstGeom prst="ellipse">
            <a:avLst/>
          </a:prstGeom>
          <a:solidFill>
            <a:schemeClr val="accent5"/>
          </a:solidFill>
          <a:ln w="63500">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defTabSz="1371408" eaLnBrk="1" fontAlgn="auto" hangingPunct="1">
              <a:spcBef>
                <a:spcPts val="0"/>
              </a:spcBef>
              <a:spcAft>
                <a:spcPts val="0"/>
              </a:spcAft>
              <a:defRPr/>
            </a:pPr>
            <a:endParaRPr lang="uk-UA">
              <a:solidFill>
                <a:schemeClr val="tx1"/>
              </a:solidFill>
            </a:endParaRPr>
          </a:p>
        </p:txBody>
      </p:sp>
      <p:sp>
        <p:nvSpPr>
          <p:cNvPr id="22" name="TextBox 21">
            <a:extLst>
              <a:ext uri="{FF2B5EF4-FFF2-40B4-BE49-F238E27FC236}">
                <a16:creationId xmlns:a16="http://schemas.microsoft.com/office/drawing/2014/main" id="{B8349A6A-B52E-A3D3-345C-ECB20835C975}"/>
              </a:ext>
            </a:extLst>
          </p:cNvPr>
          <p:cNvSpPr txBox="1"/>
          <p:nvPr/>
        </p:nvSpPr>
        <p:spPr>
          <a:xfrm>
            <a:off x="1698625" y="5580063"/>
            <a:ext cx="3829050" cy="646112"/>
          </a:xfrm>
          <a:prstGeom prst="rect">
            <a:avLst/>
          </a:prstGeom>
          <a:noFill/>
        </p:spPr>
        <p:txBody>
          <a:bodyPr>
            <a:spAutoFit/>
          </a:bodyPr>
          <a:lstStyle/>
          <a:p>
            <a:pPr algn="ctr" defTabSz="1371408" eaLnBrk="1" fontAlgn="auto" hangingPunct="1">
              <a:spcBef>
                <a:spcPts val="0"/>
              </a:spcBef>
              <a:spcAft>
                <a:spcPts val="0"/>
              </a:spcAft>
              <a:defRPr/>
            </a:pPr>
            <a:r>
              <a:rPr lang="es-ES_tradnl" sz="2400" err="1">
                <a:solidFill>
                  <a:srgbClr val="219BC3"/>
                </a:solidFill>
                <a:latin typeface="+mj-lt"/>
              </a:rPr>
              <a:t>EDA</a:t>
            </a:r>
          </a:p>
        </p:txBody>
      </p:sp>
      <p:sp>
        <p:nvSpPr>
          <p:cNvPr id="23" name="TextBox 22">
            <a:extLst>
              <a:ext uri="{FF2B5EF4-FFF2-40B4-BE49-F238E27FC236}">
                <a16:creationId xmlns:a16="http://schemas.microsoft.com/office/drawing/2014/main" id="{9F3BCDDA-A673-122D-2D2B-5D9D46284AFB}"/>
              </a:ext>
            </a:extLst>
          </p:cNvPr>
          <p:cNvSpPr txBox="1"/>
          <p:nvPr/>
        </p:nvSpPr>
        <p:spPr>
          <a:xfrm>
            <a:off x="2530793" y="4002088"/>
            <a:ext cx="2011680" cy="584200"/>
          </a:xfrm>
          <a:prstGeom prst="rect">
            <a:avLst/>
          </a:prstGeom>
          <a:noFill/>
        </p:spPr>
        <p:txBody>
          <a:bodyPr>
            <a:spAutoFit/>
          </a:bodyPr>
          <a:lstStyle/>
          <a:p>
            <a:pPr algn="ctr" defTabSz="1371408" eaLnBrk="1" fontAlgn="auto" hangingPunct="1">
              <a:spcBef>
                <a:spcPts val="0"/>
              </a:spcBef>
              <a:spcAft>
                <a:spcPts val="0"/>
              </a:spcAft>
              <a:defRPr/>
            </a:pPr>
            <a:r>
              <a:rPr lang="es-ES_tradnl" sz="3200">
                <a:solidFill>
                  <a:schemeClr val="accent2"/>
                </a:solidFill>
                <a:latin typeface="+mj-lt"/>
              </a:rPr>
              <a:t>Paso 1</a:t>
            </a:r>
          </a:p>
        </p:txBody>
      </p:sp>
      <p:sp>
        <p:nvSpPr>
          <p:cNvPr id="18439" name="TextBox 23">
            <a:extLst>
              <a:ext uri="{FF2B5EF4-FFF2-40B4-BE49-F238E27FC236}">
                <a16:creationId xmlns:a16="http://schemas.microsoft.com/office/drawing/2014/main" id="{CCD0C67F-DB12-9F97-5AF9-031AD4C98FD0}"/>
              </a:ext>
            </a:extLst>
          </p:cNvPr>
          <p:cNvSpPr txBox="1">
            <a:spLocks noChangeArrowheads="1"/>
          </p:cNvSpPr>
          <p:nvPr/>
        </p:nvSpPr>
        <p:spPr bwMode="auto">
          <a:xfrm>
            <a:off x="2205673" y="6319838"/>
            <a:ext cx="2788920" cy="16303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sz="2700">
                <a:solidFill>
                  <a:schemeClr val="tx1"/>
                </a:solidFill>
                <a:latin typeface="Franklin Gothic Book" panose="020B0503020102020204" pitchFamily="34" charset="0"/>
              </a:defRPr>
            </a:lvl1pPr>
            <a:lvl2pPr marL="742950" indent="-285750">
              <a:defRPr sz="2700">
                <a:solidFill>
                  <a:schemeClr val="tx1"/>
                </a:solidFill>
                <a:latin typeface="Franklin Gothic Book" panose="020B0503020102020204" pitchFamily="34" charset="0"/>
              </a:defRPr>
            </a:lvl2pPr>
            <a:lvl3pPr marL="1143000" indent="-228600">
              <a:defRPr sz="2700">
                <a:solidFill>
                  <a:schemeClr val="tx1"/>
                </a:solidFill>
                <a:latin typeface="Franklin Gothic Book" panose="020B0503020102020204" pitchFamily="34" charset="0"/>
              </a:defRPr>
            </a:lvl3pPr>
            <a:lvl4pPr marL="1600200" indent="-228600">
              <a:defRPr sz="2700">
                <a:solidFill>
                  <a:schemeClr val="tx1"/>
                </a:solidFill>
                <a:latin typeface="Franklin Gothic Book" panose="020B0503020102020204" pitchFamily="34" charset="0"/>
              </a:defRPr>
            </a:lvl4pPr>
            <a:lvl5pPr marL="2057400" indent="-228600">
              <a:defRPr sz="2700">
                <a:solidFill>
                  <a:schemeClr val="tx1"/>
                </a:solidFill>
                <a:latin typeface="Franklin Gothic Book" panose="020B0503020102020204" pitchFamily="34" charset="0"/>
              </a:defRPr>
            </a:lvl5pPr>
            <a:lvl6pPr marL="2514600" indent="-228600" defTabSz="1370013" eaLnBrk="0" fontAlgn="base" hangingPunct="0">
              <a:spcBef>
                <a:spcPct val="0"/>
              </a:spcBef>
              <a:spcAft>
                <a:spcPct val="0"/>
              </a:spcAft>
              <a:defRPr sz="2700">
                <a:solidFill>
                  <a:schemeClr val="tx1"/>
                </a:solidFill>
                <a:latin typeface="Franklin Gothic Book" panose="020B0503020102020204" pitchFamily="34" charset="0"/>
              </a:defRPr>
            </a:lvl6pPr>
            <a:lvl7pPr marL="2971800" indent="-228600" defTabSz="1370013" eaLnBrk="0" fontAlgn="base" hangingPunct="0">
              <a:spcBef>
                <a:spcPct val="0"/>
              </a:spcBef>
              <a:spcAft>
                <a:spcPct val="0"/>
              </a:spcAft>
              <a:defRPr sz="2700">
                <a:solidFill>
                  <a:schemeClr val="tx1"/>
                </a:solidFill>
                <a:latin typeface="Franklin Gothic Book" panose="020B0503020102020204" pitchFamily="34" charset="0"/>
              </a:defRPr>
            </a:lvl7pPr>
            <a:lvl8pPr marL="3429000" indent="-228600" defTabSz="1370013" eaLnBrk="0" fontAlgn="base" hangingPunct="0">
              <a:spcBef>
                <a:spcPct val="0"/>
              </a:spcBef>
              <a:spcAft>
                <a:spcPct val="0"/>
              </a:spcAft>
              <a:defRPr sz="2700">
                <a:solidFill>
                  <a:schemeClr val="tx1"/>
                </a:solidFill>
                <a:latin typeface="Franklin Gothic Book" panose="020B0503020102020204" pitchFamily="34" charset="0"/>
              </a:defRPr>
            </a:lvl8pPr>
            <a:lvl9pPr marL="3886200" indent="-228600" defTabSz="1370013" eaLnBrk="0" fontAlgn="base" hangingPunct="0">
              <a:spcBef>
                <a:spcPct val="0"/>
              </a:spcBef>
              <a:spcAft>
                <a:spcPct val="0"/>
              </a:spcAft>
              <a:defRPr sz="2700">
                <a:solidFill>
                  <a:schemeClr val="tx1"/>
                </a:solidFill>
                <a:latin typeface="Franklin Gothic Book" panose="020B0503020102020204" pitchFamily="34" charset="0"/>
              </a:defRPr>
            </a:lvl9pPr>
          </a:lstStyle>
          <a:p>
            <a:pPr algn="ctr" eaLnBrk="1" hangingPunct="1"/>
            <a:r>
              <a:rPr lang="es-ES_tradnl" altLang="es-ES" sz="1700">
                <a:solidFill>
                  <a:schemeClr val="tx2"/>
                </a:solidFill>
              </a:rPr>
              <a:t>Desbalance, tiempo, importe, variables PCA y outliers</a:t>
            </a:r>
          </a:p>
        </p:txBody>
      </p:sp>
      <p:grpSp>
        <p:nvGrpSpPr>
          <p:cNvPr id="18440" name="Agrupar 6">
            <a:extLst>
              <a:ext uri="{FF2B5EF4-FFF2-40B4-BE49-F238E27FC236}">
                <a16:creationId xmlns:a16="http://schemas.microsoft.com/office/drawing/2014/main" id="{0D5C12CC-8541-8D18-1EE5-220DBC6523E2}"/>
              </a:ext>
            </a:extLst>
          </p:cNvPr>
          <p:cNvGrpSpPr>
            <a:grpSpLocks/>
          </p:cNvGrpSpPr>
          <p:nvPr/>
        </p:nvGrpSpPr>
        <p:grpSpPr bwMode="auto">
          <a:xfrm>
            <a:off x="16175038" y="4427538"/>
            <a:ext cx="1431925" cy="1431925"/>
            <a:chOff x="15344997" y="3967844"/>
            <a:chExt cx="2351314" cy="2351315"/>
          </a:xfrm>
        </p:grpSpPr>
        <p:sp>
          <p:nvSpPr>
            <p:cNvPr id="4" name="Oval 3">
              <a:extLst>
                <a:ext uri="{FF2B5EF4-FFF2-40B4-BE49-F238E27FC236}">
                  <a16:creationId xmlns:a16="http://schemas.microsoft.com/office/drawing/2014/main" id="{1B325BB1-CEF8-3931-BAE5-60C12683B809}"/>
                </a:ext>
              </a:extLst>
            </p:cNvPr>
            <p:cNvSpPr/>
            <p:nvPr/>
          </p:nvSpPr>
          <p:spPr>
            <a:xfrm rot="10800000">
              <a:off x="15344997" y="3967844"/>
              <a:ext cx="2351314" cy="2351315"/>
            </a:xfrm>
            <a:prstGeom prst="ellipse">
              <a:avLst/>
            </a:prstGeom>
            <a:solidFill>
              <a:schemeClr val="accent1"/>
            </a:solidFill>
            <a:ln w="63500">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defTabSz="1371408" eaLnBrk="1" fontAlgn="auto" hangingPunct="1">
                <a:spcBef>
                  <a:spcPts val="0"/>
                </a:spcBef>
                <a:spcAft>
                  <a:spcPts val="0"/>
                </a:spcAft>
                <a:defRPr/>
              </a:pPr>
              <a:endParaRPr lang="uk-UA">
                <a:solidFill>
                  <a:schemeClr val="tx1"/>
                </a:solidFill>
              </a:endParaRPr>
            </a:p>
          </p:txBody>
        </p:sp>
        <p:sp>
          <p:nvSpPr>
            <p:cNvPr id="18462" name="Freeform 427">
              <a:extLst>
                <a:ext uri="{FF2B5EF4-FFF2-40B4-BE49-F238E27FC236}">
                  <a16:creationId xmlns:a16="http://schemas.microsoft.com/office/drawing/2014/main" id="{190B8506-D54D-232C-B19F-EBD6DD07DEB4}"/>
                </a:ext>
              </a:extLst>
            </p:cNvPr>
            <p:cNvSpPr>
              <a:spLocks noEditPoints="1"/>
            </p:cNvSpPr>
            <p:nvPr/>
          </p:nvSpPr>
          <p:spPr bwMode="auto">
            <a:xfrm>
              <a:off x="16097334" y="4472150"/>
              <a:ext cx="846498" cy="1342703"/>
            </a:xfrm>
            <a:custGeom>
              <a:avLst/>
              <a:gdLst>
                <a:gd name="T0" fmla="*/ 2147483646 w 112"/>
                <a:gd name="T1" fmla="*/ 0 h 176"/>
                <a:gd name="T2" fmla="*/ 228493996 w 112"/>
                <a:gd name="T3" fmla="*/ 0 h 176"/>
                <a:gd name="T4" fmla="*/ 0 w 112"/>
                <a:gd name="T5" fmla="*/ 232806391 h 176"/>
                <a:gd name="T6" fmla="*/ 0 w 112"/>
                <a:gd name="T7" fmla="*/ 2147483646 h 176"/>
                <a:gd name="T8" fmla="*/ 2147483646 w 112"/>
                <a:gd name="T9" fmla="*/ 2147483646 h 176"/>
                <a:gd name="T10" fmla="*/ 2147483646 w 112"/>
                <a:gd name="T11" fmla="*/ 2147483646 h 176"/>
                <a:gd name="T12" fmla="*/ 1142469979 w 112"/>
                <a:gd name="T13" fmla="*/ 2147483646 h 176"/>
                <a:gd name="T14" fmla="*/ 913975983 w 112"/>
                <a:gd name="T15" fmla="*/ 2147483646 h 176"/>
                <a:gd name="T16" fmla="*/ 1142469979 w 112"/>
                <a:gd name="T17" fmla="*/ 2147483646 h 176"/>
                <a:gd name="T18" fmla="*/ 2147483646 w 112"/>
                <a:gd name="T19" fmla="*/ 2147483646 h 176"/>
                <a:gd name="T20" fmla="*/ 2147483646 w 112"/>
                <a:gd name="T21" fmla="*/ 2147483646 h 176"/>
                <a:gd name="T22" fmla="*/ 2147483646 w 112"/>
                <a:gd name="T23" fmla="*/ 2147483646 h 176"/>
                <a:gd name="T24" fmla="*/ 2147483646 w 112"/>
                <a:gd name="T25" fmla="*/ 2147483646 h 176"/>
                <a:gd name="T26" fmla="*/ 2147483646 w 112"/>
                <a:gd name="T27" fmla="*/ 2147483646 h 176"/>
                <a:gd name="T28" fmla="*/ 2147483646 w 112"/>
                <a:gd name="T29" fmla="*/ 2147483646 h 176"/>
                <a:gd name="T30" fmla="*/ 2147483646 w 112"/>
                <a:gd name="T31" fmla="*/ 232806391 h 176"/>
                <a:gd name="T32" fmla="*/ 2147483646 w 112"/>
                <a:gd name="T33" fmla="*/ 0 h 176"/>
                <a:gd name="T34" fmla="*/ 2147483646 w 112"/>
                <a:gd name="T35" fmla="*/ 2147483646 h 176"/>
                <a:gd name="T36" fmla="*/ 2147483646 w 112"/>
                <a:gd name="T37" fmla="*/ 2147483646 h 176"/>
                <a:gd name="T38" fmla="*/ 456987992 w 112"/>
                <a:gd name="T39" fmla="*/ 2147483646 h 176"/>
                <a:gd name="T40" fmla="*/ 456987992 w 112"/>
                <a:gd name="T41" fmla="*/ 1746047930 h 176"/>
                <a:gd name="T42" fmla="*/ 1942206523 w 112"/>
                <a:gd name="T43" fmla="*/ 2095257516 h 176"/>
                <a:gd name="T44" fmla="*/ 2147483646 w 112"/>
                <a:gd name="T45" fmla="*/ 2147483646 h 176"/>
                <a:gd name="T46" fmla="*/ 2147483646 w 112"/>
                <a:gd name="T47" fmla="*/ 2147483646 h 176"/>
                <a:gd name="T48" fmla="*/ 2147483646 w 112"/>
                <a:gd name="T49" fmla="*/ 1978854320 h 176"/>
                <a:gd name="T50" fmla="*/ 2147483646 w 112"/>
                <a:gd name="T51" fmla="*/ 2147483646 h 176"/>
                <a:gd name="T52" fmla="*/ 2147483646 w 112"/>
                <a:gd name="T53" fmla="*/ 1338636746 h 176"/>
                <a:gd name="T54" fmla="*/ 2147483646 w 112"/>
                <a:gd name="T55" fmla="*/ 2147483646 h 176"/>
                <a:gd name="T56" fmla="*/ 2147483646 w 112"/>
                <a:gd name="T57" fmla="*/ 1687846332 h 176"/>
                <a:gd name="T58" fmla="*/ 456987992 w 112"/>
                <a:gd name="T59" fmla="*/ 1280435148 h 176"/>
                <a:gd name="T60" fmla="*/ 456987992 w 112"/>
                <a:gd name="T61" fmla="*/ 465612781 h 176"/>
                <a:gd name="T62" fmla="*/ 2147483646 w 112"/>
                <a:gd name="T63" fmla="*/ 465612781 h 176"/>
                <a:gd name="T64" fmla="*/ 2147483646 w 112"/>
                <a:gd name="T65" fmla="*/ 1338636746 h 17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Lst>
              <a:ahLst/>
              <a:cxnLst>
                <a:cxn ang="T66">
                  <a:pos x="T0" y="T1"/>
                </a:cxn>
                <a:cxn ang="T67">
                  <a:pos x="T2" y="T3"/>
                </a:cxn>
                <a:cxn ang="T68">
                  <a:pos x="T4" y="T5"/>
                </a:cxn>
                <a:cxn ang="T69">
                  <a:pos x="T6" y="T7"/>
                </a:cxn>
                <a:cxn ang="T70">
                  <a:pos x="T8" y="T9"/>
                </a:cxn>
                <a:cxn ang="T71">
                  <a:pos x="T10" y="T11"/>
                </a:cxn>
                <a:cxn ang="T72">
                  <a:pos x="T12" y="T13"/>
                </a:cxn>
                <a:cxn ang="T73">
                  <a:pos x="T14" y="T15"/>
                </a:cxn>
                <a:cxn ang="T74">
                  <a:pos x="T16" y="T17"/>
                </a:cxn>
                <a:cxn ang="T75">
                  <a:pos x="T18" y="T19"/>
                </a:cxn>
                <a:cxn ang="T76">
                  <a:pos x="T20" y="T21"/>
                </a:cxn>
                <a:cxn ang="T77">
                  <a:pos x="T22" y="T23"/>
                </a:cxn>
                <a:cxn ang="T78">
                  <a:pos x="T24" y="T25"/>
                </a:cxn>
                <a:cxn ang="T79">
                  <a:pos x="T26" y="T27"/>
                </a:cxn>
                <a:cxn ang="T80">
                  <a:pos x="T28" y="T29"/>
                </a:cxn>
                <a:cxn ang="T81">
                  <a:pos x="T30" y="T31"/>
                </a:cxn>
                <a:cxn ang="T82">
                  <a:pos x="T32" y="T33"/>
                </a:cxn>
                <a:cxn ang="T83">
                  <a:pos x="T34" y="T35"/>
                </a:cxn>
                <a:cxn ang="T84">
                  <a:pos x="T36" y="T37"/>
                </a:cxn>
                <a:cxn ang="T85">
                  <a:pos x="T38" y="T39"/>
                </a:cxn>
                <a:cxn ang="T86">
                  <a:pos x="T40" y="T41"/>
                </a:cxn>
                <a:cxn ang="T87">
                  <a:pos x="T42" y="T43"/>
                </a:cxn>
                <a:cxn ang="T88">
                  <a:pos x="T44" y="T45"/>
                </a:cxn>
                <a:cxn ang="T89">
                  <a:pos x="T46" y="T47"/>
                </a:cxn>
                <a:cxn ang="T90">
                  <a:pos x="T48" y="T49"/>
                </a:cxn>
                <a:cxn ang="T91">
                  <a:pos x="T50" y="T51"/>
                </a:cxn>
                <a:cxn ang="T92">
                  <a:pos x="T52" y="T53"/>
                </a:cxn>
                <a:cxn ang="T93">
                  <a:pos x="T54" y="T55"/>
                </a:cxn>
                <a:cxn ang="T94">
                  <a:pos x="T56" y="T57"/>
                </a:cxn>
                <a:cxn ang="T95">
                  <a:pos x="T58" y="T59"/>
                </a:cxn>
                <a:cxn ang="T96">
                  <a:pos x="T60" y="T61"/>
                </a:cxn>
                <a:cxn ang="T97">
                  <a:pos x="T62" y="T63"/>
                </a:cxn>
                <a:cxn ang="T98">
                  <a:pos x="T64" y="T65"/>
                </a:cxn>
              </a:cxnLst>
              <a:rect l="0" t="0" r="r" b="b"/>
              <a:pathLst>
                <a:path w="112" h="176">
                  <a:moveTo>
                    <a:pt x="108" y="0"/>
                  </a:moveTo>
                  <a:cubicBezTo>
                    <a:pt x="4" y="0"/>
                    <a:pt x="4" y="0"/>
                    <a:pt x="4" y="0"/>
                  </a:cubicBezTo>
                  <a:cubicBezTo>
                    <a:pt x="2" y="0"/>
                    <a:pt x="0" y="2"/>
                    <a:pt x="0" y="4"/>
                  </a:cubicBezTo>
                  <a:cubicBezTo>
                    <a:pt x="0" y="48"/>
                    <a:pt x="0" y="48"/>
                    <a:pt x="0" y="48"/>
                  </a:cubicBezTo>
                  <a:cubicBezTo>
                    <a:pt x="0" y="78"/>
                    <a:pt x="23" y="102"/>
                    <a:pt x="52" y="104"/>
                  </a:cubicBezTo>
                  <a:cubicBezTo>
                    <a:pt x="52" y="168"/>
                    <a:pt x="52" y="168"/>
                    <a:pt x="52" y="168"/>
                  </a:cubicBezTo>
                  <a:cubicBezTo>
                    <a:pt x="20" y="168"/>
                    <a:pt x="20" y="168"/>
                    <a:pt x="20" y="168"/>
                  </a:cubicBezTo>
                  <a:cubicBezTo>
                    <a:pt x="18" y="168"/>
                    <a:pt x="16" y="170"/>
                    <a:pt x="16" y="172"/>
                  </a:cubicBezTo>
                  <a:cubicBezTo>
                    <a:pt x="16" y="174"/>
                    <a:pt x="18" y="176"/>
                    <a:pt x="20" y="176"/>
                  </a:cubicBezTo>
                  <a:cubicBezTo>
                    <a:pt x="92" y="176"/>
                    <a:pt x="92" y="176"/>
                    <a:pt x="92" y="176"/>
                  </a:cubicBezTo>
                  <a:cubicBezTo>
                    <a:pt x="94" y="176"/>
                    <a:pt x="96" y="174"/>
                    <a:pt x="96" y="172"/>
                  </a:cubicBezTo>
                  <a:cubicBezTo>
                    <a:pt x="96" y="170"/>
                    <a:pt x="94" y="168"/>
                    <a:pt x="92" y="168"/>
                  </a:cubicBezTo>
                  <a:cubicBezTo>
                    <a:pt x="60" y="168"/>
                    <a:pt x="60" y="168"/>
                    <a:pt x="60" y="168"/>
                  </a:cubicBezTo>
                  <a:cubicBezTo>
                    <a:pt x="60" y="104"/>
                    <a:pt x="60" y="104"/>
                    <a:pt x="60" y="104"/>
                  </a:cubicBezTo>
                  <a:cubicBezTo>
                    <a:pt x="89" y="102"/>
                    <a:pt x="112" y="78"/>
                    <a:pt x="112" y="48"/>
                  </a:cubicBezTo>
                  <a:cubicBezTo>
                    <a:pt x="112" y="4"/>
                    <a:pt x="112" y="4"/>
                    <a:pt x="112" y="4"/>
                  </a:cubicBezTo>
                  <a:cubicBezTo>
                    <a:pt x="112" y="2"/>
                    <a:pt x="110" y="0"/>
                    <a:pt x="108" y="0"/>
                  </a:cubicBezTo>
                  <a:moveTo>
                    <a:pt x="104" y="48"/>
                  </a:moveTo>
                  <a:cubicBezTo>
                    <a:pt x="104" y="75"/>
                    <a:pt x="83" y="96"/>
                    <a:pt x="56" y="96"/>
                  </a:cubicBezTo>
                  <a:cubicBezTo>
                    <a:pt x="29" y="96"/>
                    <a:pt x="8" y="75"/>
                    <a:pt x="8" y="48"/>
                  </a:cubicBezTo>
                  <a:cubicBezTo>
                    <a:pt x="8" y="30"/>
                    <a:pt x="8" y="30"/>
                    <a:pt x="8" y="30"/>
                  </a:cubicBezTo>
                  <a:cubicBezTo>
                    <a:pt x="19" y="29"/>
                    <a:pt x="25" y="31"/>
                    <a:pt x="34" y="36"/>
                  </a:cubicBezTo>
                  <a:cubicBezTo>
                    <a:pt x="40" y="39"/>
                    <a:pt x="47" y="43"/>
                    <a:pt x="58" y="46"/>
                  </a:cubicBezTo>
                  <a:cubicBezTo>
                    <a:pt x="62" y="47"/>
                    <a:pt x="65" y="48"/>
                    <a:pt x="69" y="48"/>
                  </a:cubicBezTo>
                  <a:cubicBezTo>
                    <a:pt x="84" y="48"/>
                    <a:pt x="97" y="40"/>
                    <a:pt x="104" y="34"/>
                  </a:cubicBezTo>
                  <a:lnTo>
                    <a:pt x="104" y="48"/>
                  </a:lnTo>
                  <a:close/>
                  <a:moveTo>
                    <a:pt x="104" y="23"/>
                  </a:moveTo>
                  <a:cubicBezTo>
                    <a:pt x="103" y="24"/>
                    <a:pt x="81" y="45"/>
                    <a:pt x="60" y="38"/>
                  </a:cubicBezTo>
                  <a:cubicBezTo>
                    <a:pt x="50" y="35"/>
                    <a:pt x="44" y="32"/>
                    <a:pt x="38" y="29"/>
                  </a:cubicBezTo>
                  <a:cubicBezTo>
                    <a:pt x="28" y="24"/>
                    <a:pt x="21" y="20"/>
                    <a:pt x="8" y="22"/>
                  </a:cubicBezTo>
                  <a:cubicBezTo>
                    <a:pt x="8" y="8"/>
                    <a:pt x="8" y="8"/>
                    <a:pt x="8" y="8"/>
                  </a:cubicBezTo>
                  <a:cubicBezTo>
                    <a:pt x="104" y="8"/>
                    <a:pt x="104" y="8"/>
                    <a:pt x="104" y="8"/>
                  </a:cubicBezTo>
                  <a:lnTo>
                    <a:pt x="104" y="23"/>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lIns="91428" tIns="45713" rIns="91428" bIns="45713"/>
            <a:lstStyle/>
            <a:p>
              <a:endParaRPr lang="es-ES"/>
            </a:p>
          </p:txBody>
        </p:sp>
      </p:grpSp>
      <p:grpSp>
        <p:nvGrpSpPr>
          <p:cNvPr id="20" name="Group 5">
            <a:extLst>
              <a:ext uri="{FF2B5EF4-FFF2-40B4-BE49-F238E27FC236}">
                <a16:creationId xmlns:a16="http://schemas.microsoft.com/office/drawing/2014/main" id="{10E6340E-0AC0-F548-F7B8-32836BEEB50B}"/>
              </a:ext>
            </a:extLst>
          </p:cNvPr>
          <p:cNvGrpSpPr>
            <a:grpSpLocks/>
          </p:cNvGrpSpPr>
          <p:nvPr/>
        </p:nvGrpSpPr>
        <p:grpSpPr bwMode="auto">
          <a:xfrm>
            <a:off x="609600" y="4427538"/>
            <a:ext cx="1433513" cy="1431925"/>
            <a:chOff x="2424793" y="4005943"/>
            <a:chExt cx="2351314" cy="2351314"/>
          </a:xfrm>
        </p:grpSpPr>
        <p:sp>
          <p:nvSpPr>
            <p:cNvPr id="21" name="Oval 3">
              <a:extLst>
                <a:ext uri="{FF2B5EF4-FFF2-40B4-BE49-F238E27FC236}">
                  <a16:creationId xmlns:a16="http://schemas.microsoft.com/office/drawing/2014/main" id="{9F182C16-2BD6-5D89-672D-FF68CF1EBB34}"/>
                </a:ext>
              </a:extLst>
            </p:cNvPr>
            <p:cNvSpPr/>
            <p:nvPr/>
          </p:nvSpPr>
          <p:spPr>
            <a:xfrm>
              <a:off x="2424793" y="4005943"/>
              <a:ext cx="2351314" cy="2351314"/>
            </a:xfrm>
            <a:prstGeom prst="ellipse">
              <a:avLst/>
            </a:prstGeom>
            <a:solidFill>
              <a:schemeClr val="accent1"/>
            </a:solidFill>
            <a:ln w="63500">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defTabSz="1371408" eaLnBrk="1" fontAlgn="auto" hangingPunct="1">
                <a:spcBef>
                  <a:spcPts val="0"/>
                </a:spcBef>
                <a:spcAft>
                  <a:spcPts val="0"/>
                </a:spcAft>
                <a:defRPr/>
              </a:pPr>
              <a:endParaRPr lang="uk-UA" sz="2800">
                <a:solidFill>
                  <a:schemeClr val="tx1"/>
                </a:solidFill>
              </a:endParaRPr>
            </a:p>
          </p:txBody>
        </p:sp>
        <p:sp>
          <p:nvSpPr>
            <p:cNvPr id="18460" name="Freeform 450">
              <a:extLst>
                <a:ext uri="{FF2B5EF4-FFF2-40B4-BE49-F238E27FC236}">
                  <a16:creationId xmlns:a16="http://schemas.microsoft.com/office/drawing/2014/main" id="{A2BD45D0-1983-1271-D668-A58BAD1BEB99}"/>
                </a:ext>
              </a:extLst>
            </p:cNvPr>
            <p:cNvSpPr>
              <a:spLocks noEditPoints="1"/>
            </p:cNvSpPr>
            <p:nvPr/>
          </p:nvSpPr>
          <p:spPr bwMode="auto">
            <a:xfrm>
              <a:off x="3105150" y="4686300"/>
              <a:ext cx="990600" cy="990600"/>
            </a:xfrm>
            <a:custGeom>
              <a:avLst/>
              <a:gdLst>
                <a:gd name="T0" fmla="*/ 2147483646 w 176"/>
                <a:gd name="T1" fmla="*/ 2147483646 h 176"/>
                <a:gd name="T2" fmla="*/ 2147483646 w 176"/>
                <a:gd name="T3" fmla="*/ 2027454266 h 176"/>
                <a:gd name="T4" fmla="*/ 2147483646 w 176"/>
                <a:gd name="T5" fmla="*/ 2147483646 h 176"/>
                <a:gd name="T6" fmla="*/ 2147483646 w 176"/>
                <a:gd name="T7" fmla="*/ 1774023890 h 176"/>
                <a:gd name="T8" fmla="*/ 2147483646 w 176"/>
                <a:gd name="T9" fmla="*/ 1647305888 h 176"/>
                <a:gd name="T10" fmla="*/ 2147483646 w 176"/>
                <a:gd name="T11" fmla="*/ 1520593514 h 176"/>
                <a:gd name="T12" fmla="*/ 2147483646 w 176"/>
                <a:gd name="T13" fmla="*/ 1774023890 h 176"/>
                <a:gd name="T14" fmla="*/ 2147483646 w 176"/>
                <a:gd name="T15" fmla="*/ 2147483646 h 176"/>
                <a:gd name="T16" fmla="*/ 2147483646 w 176"/>
                <a:gd name="T17" fmla="*/ 2147483646 h 176"/>
                <a:gd name="T18" fmla="*/ 2147483646 w 176"/>
                <a:gd name="T19" fmla="*/ 2147483646 h 176"/>
                <a:gd name="T20" fmla="*/ 1267157509 w 176"/>
                <a:gd name="T21" fmla="*/ 2147483646 h 176"/>
                <a:gd name="T22" fmla="*/ 2147483646 w 176"/>
                <a:gd name="T23" fmla="*/ 2147483646 h 176"/>
                <a:gd name="T24" fmla="*/ 2147483646 w 176"/>
                <a:gd name="T25" fmla="*/ 1520593514 h 176"/>
                <a:gd name="T26" fmla="*/ 1013727133 w 176"/>
                <a:gd name="T27" fmla="*/ 1774023890 h 176"/>
                <a:gd name="T28" fmla="*/ 1267157509 w 176"/>
                <a:gd name="T29" fmla="*/ 2147483646 h 176"/>
                <a:gd name="T30" fmla="*/ 2147483646 w 176"/>
                <a:gd name="T31" fmla="*/ 1774023890 h 176"/>
                <a:gd name="T32" fmla="*/ 1267157509 w 176"/>
                <a:gd name="T33" fmla="*/ 2147483646 h 176"/>
                <a:gd name="T34" fmla="*/ 2147483646 w 176"/>
                <a:gd name="T35" fmla="*/ 2147483646 h 176"/>
                <a:gd name="T36" fmla="*/ 2147483646 w 176"/>
                <a:gd name="T37" fmla="*/ 2147483646 h 176"/>
                <a:gd name="T38" fmla="*/ 2147483646 w 176"/>
                <a:gd name="T39" fmla="*/ 2147483646 h 176"/>
                <a:gd name="T40" fmla="*/ 2147483646 w 176"/>
                <a:gd name="T41" fmla="*/ 2147483646 h 176"/>
                <a:gd name="T42" fmla="*/ 2147483646 w 176"/>
                <a:gd name="T43" fmla="*/ 253430376 h 176"/>
                <a:gd name="T44" fmla="*/ 2147483646 w 176"/>
                <a:gd name="T45" fmla="*/ 253430376 h 176"/>
                <a:gd name="T46" fmla="*/ 0 w 176"/>
                <a:gd name="T47" fmla="*/ 506866381 h 176"/>
                <a:gd name="T48" fmla="*/ 253430376 w 176"/>
                <a:gd name="T49" fmla="*/ 1013727133 h 176"/>
                <a:gd name="T50" fmla="*/ 506866381 w 176"/>
                <a:gd name="T51" fmla="*/ 2147483646 h 176"/>
                <a:gd name="T52" fmla="*/ 2147483646 w 176"/>
                <a:gd name="T53" fmla="*/ 2147483646 h 176"/>
                <a:gd name="T54" fmla="*/ 1900741892 w 176"/>
                <a:gd name="T55" fmla="*/ 2147483646 h 176"/>
                <a:gd name="T56" fmla="*/ 2122489953 w 176"/>
                <a:gd name="T57" fmla="*/ 2147483646 h 176"/>
                <a:gd name="T58" fmla="*/ 2147483646 w 176"/>
                <a:gd name="T59" fmla="*/ 2147483646 h 176"/>
                <a:gd name="T60" fmla="*/ 2147483646 w 176"/>
                <a:gd name="T61" fmla="*/ 2147483646 h 176"/>
                <a:gd name="T62" fmla="*/ 2147483646 w 176"/>
                <a:gd name="T63" fmla="*/ 2147483646 h 176"/>
                <a:gd name="T64" fmla="*/ 2147483646 w 176"/>
                <a:gd name="T65" fmla="*/ 2147483646 h 176"/>
                <a:gd name="T66" fmla="*/ 2147483646 w 176"/>
                <a:gd name="T67" fmla="*/ 1013727133 h 176"/>
                <a:gd name="T68" fmla="*/ 2147483646 w 176"/>
                <a:gd name="T69" fmla="*/ 506866381 h 176"/>
                <a:gd name="T70" fmla="*/ 2147483646 w 176"/>
                <a:gd name="T71" fmla="*/ 2147483646 h 176"/>
                <a:gd name="T72" fmla="*/ 506866381 w 176"/>
                <a:gd name="T73" fmla="*/ 1013727133 h 176"/>
                <a:gd name="T74" fmla="*/ 2147483646 w 176"/>
                <a:gd name="T75" fmla="*/ 2147483646 h 176"/>
                <a:gd name="T76" fmla="*/ 253430376 w 176"/>
                <a:gd name="T77" fmla="*/ 760296757 h 176"/>
                <a:gd name="T78" fmla="*/ 2147483646 w 176"/>
                <a:gd name="T79" fmla="*/ 506866381 h 17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Lst>
              <a:ahLst/>
              <a:cxnLst>
                <a:cxn ang="T80">
                  <a:pos x="T0" y="T1"/>
                </a:cxn>
                <a:cxn ang="T81">
                  <a:pos x="T2" y="T3"/>
                </a:cxn>
                <a:cxn ang="T82">
                  <a:pos x="T4" y="T5"/>
                </a:cxn>
                <a:cxn ang="T83">
                  <a:pos x="T6" y="T7"/>
                </a:cxn>
                <a:cxn ang="T84">
                  <a:pos x="T8" y="T9"/>
                </a:cxn>
                <a:cxn ang="T85">
                  <a:pos x="T10" y="T11"/>
                </a:cxn>
                <a:cxn ang="T86">
                  <a:pos x="T12" y="T13"/>
                </a:cxn>
                <a:cxn ang="T87">
                  <a:pos x="T14" y="T15"/>
                </a:cxn>
                <a:cxn ang="T88">
                  <a:pos x="T16" y="T17"/>
                </a:cxn>
                <a:cxn ang="T89">
                  <a:pos x="T18" y="T19"/>
                </a:cxn>
                <a:cxn ang="T90">
                  <a:pos x="T20" y="T21"/>
                </a:cxn>
                <a:cxn ang="T91">
                  <a:pos x="T22" y="T23"/>
                </a:cxn>
                <a:cxn ang="T92">
                  <a:pos x="T24" y="T25"/>
                </a:cxn>
                <a:cxn ang="T93">
                  <a:pos x="T26" y="T27"/>
                </a:cxn>
                <a:cxn ang="T94">
                  <a:pos x="T28" y="T29"/>
                </a:cxn>
                <a:cxn ang="T95">
                  <a:pos x="T30" y="T31"/>
                </a:cxn>
                <a:cxn ang="T96">
                  <a:pos x="T32" y="T33"/>
                </a:cxn>
                <a:cxn ang="T97">
                  <a:pos x="T34" y="T35"/>
                </a:cxn>
                <a:cxn ang="T98">
                  <a:pos x="T36" y="T37"/>
                </a:cxn>
                <a:cxn ang="T99">
                  <a:pos x="T38" y="T39"/>
                </a:cxn>
                <a:cxn ang="T100">
                  <a:pos x="T40" y="T41"/>
                </a:cxn>
                <a:cxn ang="T101">
                  <a:pos x="T42" y="T43"/>
                </a:cxn>
                <a:cxn ang="T102">
                  <a:pos x="T44" y="T45"/>
                </a:cxn>
                <a:cxn ang="T103">
                  <a:pos x="T46" y="T47"/>
                </a:cxn>
                <a:cxn ang="T104">
                  <a:pos x="T48" y="T49"/>
                </a:cxn>
                <a:cxn ang="T105">
                  <a:pos x="T50" y="T51"/>
                </a:cxn>
                <a:cxn ang="T106">
                  <a:pos x="T52" y="T53"/>
                </a:cxn>
                <a:cxn ang="T107">
                  <a:pos x="T54" y="T55"/>
                </a:cxn>
                <a:cxn ang="T108">
                  <a:pos x="T56" y="T57"/>
                </a:cxn>
                <a:cxn ang="T109">
                  <a:pos x="T58" y="T59"/>
                </a:cxn>
                <a:cxn ang="T110">
                  <a:pos x="T60" y="T61"/>
                </a:cxn>
                <a:cxn ang="T111">
                  <a:pos x="T62" y="T63"/>
                </a:cxn>
                <a:cxn ang="T112">
                  <a:pos x="T64" y="T65"/>
                </a:cxn>
                <a:cxn ang="T113">
                  <a:pos x="T66" y="T67"/>
                </a:cxn>
                <a:cxn ang="T114">
                  <a:pos x="T68" y="T69"/>
                </a:cxn>
                <a:cxn ang="T115">
                  <a:pos x="T70" y="T71"/>
                </a:cxn>
                <a:cxn ang="T116">
                  <a:pos x="T72" y="T73"/>
                </a:cxn>
                <a:cxn ang="T117">
                  <a:pos x="T74" y="T75"/>
                </a:cxn>
                <a:cxn ang="T118">
                  <a:pos x="T76" y="T77"/>
                </a:cxn>
                <a:cxn ang="T119">
                  <a:pos x="T78" y="T79"/>
                </a:cxn>
              </a:cxnLst>
              <a:rect l="0" t="0" r="r" b="b"/>
              <a:pathLst>
                <a:path w="176" h="176">
                  <a:moveTo>
                    <a:pt x="100" y="72"/>
                  </a:moveTo>
                  <a:cubicBezTo>
                    <a:pt x="140" y="72"/>
                    <a:pt x="140" y="72"/>
                    <a:pt x="140" y="72"/>
                  </a:cubicBezTo>
                  <a:cubicBezTo>
                    <a:pt x="142" y="72"/>
                    <a:pt x="144" y="70"/>
                    <a:pt x="144" y="68"/>
                  </a:cubicBezTo>
                  <a:cubicBezTo>
                    <a:pt x="144" y="66"/>
                    <a:pt x="142" y="64"/>
                    <a:pt x="140" y="64"/>
                  </a:cubicBezTo>
                  <a:cubicBezTo>
                    <a:pt x="100" y="64"/>
                    <a:pt x="100" y="64"/>
                    <a:pt x="100" y="64"/>
                  </a:cubicBezTo>
                  <a:cubicBezTo>
                    <a:pt x="98" y="64"/>
                    <a:pt x="96" y="66"/>
                    <a:pt x="96" y="68"/>
                  </a:cubicBezTo>
                  <a:cubicBezTo>
                    <a:pt x="96" y="70"/>
                    <a:pt x="98" y="72"/>
                    <a:pt x="100" y="72"/>
                  </a:cubicBezTo>
                  <a:moveTo>
                    <a:pt x="100" y="56"/>
                  </a:moveTo>
                  <a:cubicBezTo>
                    <a:pt x="124" y="56"/>
                    <a:pt x="124" y="56"/>
                    <a:pt x="124" y="56"/>
                  </a:cubicBezTo>
                  <a:cubicBezTo>
                    <a:pt x="126" y="56"/>
                    <a:pt x="128" y="54"/>
                    <a:pt x="128" y="52"/>
                  </a:cubicBezTo>
                  <a:cubicBezTo>
                    <a:pt x="128" y="50"/>
                    <a:pt x="126" y="48"/>
                    <a:pt x="124" y="48"/>
                  </a:cubicBezTo>
                  <a:cubicBezTo>
                    <a:pt x="100" y="48"/>
                    <a:pt x="100" y="48"/>
                    <a:pt x="100" y="48"/>
                  </a:cubicBezTo>
                  <a:cubicBezTo>
                    <a:pt x="98" y="48"/>
                    <a:pt x="96" y="50"/>
                    <a:pt x="96" y="52"/>
                  </a:cubicBezTo>
                  <a:cubicBezTo>
                    <a:pt x="96" y="54"/>
                    <a:pt x="98" y="56"/>
                    <a:pt x="100" y="56"/>
                  </a:cubicBezTo>
                  <a:moveTo>
                    <a:pt x="100" y="88"/>
                  </a:moveTo>
                  <a:cubicBezTo>
                    <a:pt x="116" y="88"/>
                    <a:pt x="116" y="88"/>
                    <a:pt x="116" y="88"/>
                  </a:cubicBezTo>
                  <a:cubicBezTo>
                    <a:pt x="118" y="88"/>
                    <a:pt x="120" y="86"/>
                    <a:pt x="120" y="84"/>
                  </a:cubicBezTo>
                  <a:cubicBezTo>
                    <a:pt x="120" y="82"/>
                    <a:pt x="118" y="80"/>
                    <a:pt x="116" y="80"/>
                  </a:cubicBezTo>
                  <a:cubicBezTo>
                    <a:pt x="100" y="80"/>
                    <a:pt x="100" y="80"/>
                    <a:pt x="100" y="80"/>
                  </a:cubicBezTo>
                  <a:cubicBezTo>
                    <a:pt x="98" y="80"/>
                    <a:pt x="96" y="82"/>
                    <a:pt x="96" y="84"/>
                  </a:cubicBezTo>
                  <a:cubicBezTo>
                    <a:pt x="96" y="86"/>
                    <a:pt x="98" y="88"/>
                    <a:pt x="100" y="88"/>
                  </a:cubicBezTo>
                  <a:moveTo>
                    <a:pt x="40" y="104"/>
                  </a:moveTo>
                  <a:cubicBezTo>
                    <a:pt x="72" y="104"/>
                    <a:pt x="72" y="104"/>
                    <a:pt x="72" y="104"/>
                  </a:cubicBezTo>
                  <a:cubicBezTo>
                    <a:pt x="76" y="104"/>
                    <a:pt x="80" y="100"/>
                    <a:pt x="80" y="96"/>
                  </a:cubicBezTo>
                  <a:cubicBezTo>
                    <a:pt x="80" y="56"/>
                    <a:pt x="80" y="56"/>
                    <a:pt x="80" y="56"/>
                  </a:cubicBezTo>
                  <a:cubicBezTo>
                    <a:pt x="80" y="52"/>
                    <a:pt x="76" y="48"/>
                    <a:pt x="72" y="48"/>
                  </a:cubicBezTo>
                  <a:cubicBezTo>
                    <a:pt x="40" y="48"/>
                    <a:pt x="40" y="48"/>
                    <a:pt x="40" y="48"/>
                  </a:cubicBezTo>
                  <a:cubicBezTo>
                    <a:pt x="36" y="48"/>
                    <a:pt x="32" y="52"/>
                    <a:pt x="32" y="56"/>
                  </a:cubicBezTo>
                  <a:cubicBezTo>
                    <a:pt x="32" y="96"/>
                    <a:pt x="32" y="96"/>
                    <a:pt x="32" y="96"/>
                  </a:cubicBezTo>
                  <a:cubicBezTo>
                    <a:pt x="32" y="100"/>
                    <a:pt x="36" y="104"/>
                    <a:pt x="40" y="104"/>
                  </a:cubicBezTo>
                  <a:moveTo>
                    <a:pt x="40" y="56"/>
                  </a:moveTo>
                  <a:cubicBezTo>
                    <a:pt x="72" y="56"/>
                    <a:pt x="72" y="56"/>
                    <a:pt x="72" y="56"/>
                  </a:cubicBezTo>
                  <a:cubicBezTo>
                    <a:pt x="72" y="96"/>
                    <a:pt x="72" y="96"/>
                    <a:pt x="72" y="96"/>
                  </a:cubicBezTo>
                  <a:cubicBezTo>
                    <a:pt x="40" y="96"/>
                    <a:pt x="40" y="96"/>
                    <a:pt x="40" y="96"/>
                  </a:cubicBezTo>
                  <a:lnTo>
                    <a:pt x="40" y="56"/>
                  </a:lnTo>
                  <a:close/>
                  <a:moveTo>
                    <a:pt x="100" y="104"/>
                  </a:moveTo>
                  <a:cubicBezTo>
                    <a:pt x="140" y="104"/>
                    <a:pt x="140" y="104"/>
                    <a:pt x="140" y="104"/>
                  </a:cubicBezTo>
                  <a:cubicBezTo>
                    <a:pt x="142" y="104"/>
                    <a:pt x="144" y="102"/>
                    <a:pt x="144" y="100"/>
                  </a:cubicBezTo>
                  <a:cubicBezTo>
                    <a:pt x="144" y="98"/>
                    <a:pt x="142" y="96"/>
                    <a:pt x="140" y="96"/>
                  </a:cubicBezTo>
                  <a:cubicBezTo>
                    <a:pt x="100" y="96"/>
                    <a:pt x="100" y="96"/>
                    <a:pt x="100" y="96"/>
                  </a:cubicBezTo>
                  <a:cubicBezTo>
                    <a:pt x="98" y="96"/>
                    <a:pt x="96" y="98"/>
                    <a:pt x="96" y="100"/>
                  </a:cubicBezTo>
                  <a:cubicBezTo>
                    <a:pt x="96" y="102"/>
                    <a:pt x="98" y="104"/>
                    <a:pt x="100" y="104"/>
                  </a:cubicBezTo>
                  <a:moveTo>
                    <a:pt x="168" y="8"/>
                  </a:moveTo>
                  <a:cubicBezTo>
                    <a:pt x="96" y="8"/>
                    <a:pt x="96" y="8"/>
                    <a:pt x="96" y="8"/>
                  </a:cubicBezTo>
                  <a:cubicBezTo>
                    <a:pt x="96" y="4"/>
                    <a:pt x="92" y="0"/>
                    <a:pt x="88" y="0"/>
                  </a:cubicBezTo>
                  <a:cubicBezTo>
                    <a:pt x="84" y="0"/>
                    <a:pt x="80" y="4"/>
                    <a:pt x="80" y="8"/>
                  </a:cubicBezTo>
                  <a:cubicBezTo>
                    <a:pt x="8" y="8"/>
                    <a:pt x="8" y="8"/>
                    <a:pt x="8" y="8"/>
                  </a:cubicBezTo>
                  <a:cubicBezTo>
                    <a:pt x="4" y="8"/>
                    <a:pt x="0" y="12"/>
                    <a:pt x="0" y="16"/>
                  </a:cubicBezTo>
                  <a:cubicBezTo>
                    <a:pt x="0" y="24"/>
                    <a:pt x="0" y="24"/>
                    <a:pt x="0" y="24"/>
                  </a:cubicBezTo>
                  <a:cubicBezTo>
                    <a:pt x="0" y="28"/>
                    <a:pt x="4" y="32"/>
                    <a:pt x="8" y="32"/>
                  </a:cubicBezTo>
                  <a:cubicBezTo>
                    <a:pt x="8" y="128"/>
                    <a:pt x="8" y="128"/>
                    <a:pt x="8" y="128"/>
                  </a:cubicBezTo>
                  <a:cubicBezTo>
                    <a:pt x="8" y="132"/>
                    <a:pt x="12" y="136"/>
                    <a:pt x="16" y="136"/>
                  </a:cubicBezTo>
                  <a:cubicBezTo>
                    <a:pt x="84" y="136"/>
                    <a:pt x="84" y="136"/>
                    <a:pt x="84" y="136"/>
                  </a:cubicBezTo>
                  <a:cubicBezTo>
                    <a:pt x="84" y="146"/>
                    <a:pt x="84" y="146"/>
                    <a:pt x="84" y="146"/>
                  </a:cubicBezTo>
                  <a:cubicBezTo>
                    <a:pt x="61" y="169"/>
                    <a:pt x="61" y="169"/>
                    <a:pt x="61" y="169"/>
                  </a:cubicBezTo>
                  <a:cubicBezTo>
                    <a:pt x="60" y="170"/>
                    <a:pt x="60" y="171"/>
                    <a:pt x="60" y="172"/>
                  </a:cubicBezTo>
                  <a:cubicBezTo>
                    <a:pt x="60" y="174"/>
                    <a:pt x="62" y="176"/>
                    <a:pt x="64" y="176"/>
                  </a:cubicBezTo>
                  <a:cubicBezTo>
                    <a:pt x="65" y="176"/>
                    <a:pt x="66" y="176"/>
                    <a:pt x="67" y="175"/>
                  </a:cubicBezTo>
                  <a:cubicBezTo>
                    <a:pt x="88" y="154"/>
                    <a:pt x="88" y="154"/>
                    <a:pt x="88" y="154"/>
                  </a:cubicBezTo>
                  <a:cubicBezTo>
                    <a:pt x="109" y="175"/>
                    <a:pt x="109" y="175"/>
                    <a:pt x="109" y="175"/>
                  </a:cubicBezTo>
                  <a:cubicBezTo>
                    <a:pt x="110" y="176"/>
                    <a:pt x="111" y="176"/>
                    <a:pt x="112" y="176"/>
                  </a:cubicBezTo>
                  <a:cubicBezTo>
                    <a:pt x="114" y="176"/>
                    <a:pt x="116" y="174"/>
                    <a:pt x="116" y="172"/>
                  </a:cubicBezTo>
                  <a:cubicBezTo>
                    <a:pt x="116" y="171"/>
                    <a:pt x="116" y="170"/>
                    <a:pt x="115" y="169"/>
                  </a:cubicBezTo>
                  <a:cubicBezTo>
                    <a:pt x="92" y="146"/>
                    <a:pt x="92" y="146"/>
                    <a:pt x="92" y="146"/>
                  </a:cubicBezTo>
                  <a:cubicBezTo>
                    <a:pt x="92" y="136"/>
                    <a:pt x="92" y="136"/>
                    <a:pt x="92" y="136"/>
                  </a:cubicBezTo>
                  <a:cubicBezTo>
                    <a:pt x="160" y="136"/>
                    <a:pt x="160" y="136"/>
                    <a:pt x="160" y="136"/>
                  </a:cubicBezTo>
                  <a:cubicBezTo>
                    <a:pt x="164" y="136"/>
                    <a:pt x="168" y="132"/>
                    <a:pt x="168" y="128"/>
                  </a:cubicBezTo>
                  <a:cubicBezTo>
                    <a:pt x="168" y="32"/>
                    <a:pt x="168" y="32"/>
                    <a:pt x="168" y="32"/>
                  </a:cubicBezTo>
                  <a:cubicBezTo>
                    <a:pt x="172" y="32"/>
                    <a:pt x="176" y="28"/>
                    <a:pt x="176" y="24"/>
                  </a:cubicBezTo>
                  <a:cubicBezTo>
                    <a:pt x="176" y="16"/>
                    <a:pt x="176" y="16"/>
                    <a:pt x="176" y="16"/>
                  </a:cubicBezTo>
                  <a:cubicBezTo>
                    <a:pt x="176" y="12"/>
                    <a:pt x="172" y="8"/>
                    <a:pt x="168" y="8"/>
                  </a:cubicBezTo>
                  <a:moveTo>
                    <a:pt x="160" y="128"/>
                  </a:moveTo>
                  <a:cubicBezTo>
                    <a:pt x="16" y="128"/>
                    <a:pt x="16" y="128"/>
                    <a:pt x="16" y="128"/>
                  </a:cubicBezTo>
                  <a:cubicBezTo>
                    <a:pt x="16" y="32"/>
                    <a:pt x="16" y="32"/>
                    <a:pt x="16" y="32"/>
                  </a:cubicBezTo>
                  <a:cubicBezTo>
                    <a:pt x="160" y="32"/>
                    <a:pt x="160" y="32"/>
                    <a:pt x="160" y="32"/>
                  </a:cubicBezTo>
                  <a:lnTo>
                    <a:pt x="160" y="128"/>
                  </a:lnTo>
                  <a:close/>
                  <a:moveTo>
                    <a:pt x="168" y="24"/>
                  </a:moveTo>
                  <a:cubicBezTo>
                    <a:pt x="8" y="24"/>
                    <a:pt x="8" y="24"/>
                    <a:pt x="8" y="24"/>
                  </a:cubicBezTo>
                  <a:cubicBezTo>
                    <a:pt x="8" y="16"/>
                    <a:pt x="8" y="16"/>
                    <a:pt x="8" y="16"/>
                  </a:cubicBezTo>
                  <a:cubicBezTo>
                    <a:pt x="168" y="16"/>
                    <a:pt x="168" y="16"/>
                    <a:pt x="168" y="16"/>
                  </a:cubicBezTo>
                  <a:lnTo>
                    <a:pt x="168" y="24"/>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s-ES"/>
            </a:p>
          </p:txBody>
        </p:sp>
      </p:grpSp>
      <p:sp>
        <p:nvSpPr>
          <p:cNvPr id="47" name="Oval 12">
            <a:extLst>
              <a:ext uri="{FF2B5EF4-FFF2-40B4-BE49-F238E27FC236}">
                <a16:creationId xmlns:a16="http://schemas.microsoft.com/office/drawing/2014/main" id="{E09458CD-86D3-A135-999C-B9892CD64DD3}"/>
              </a:ext>
            </a:extLst>
          </p:cNvPr>
          <p:cNvSpPr/>
          <p:nvPr/>
        </p:nvSpPr>
        <p:spPr>
          <a:xfrm rot="10800000">
            <a:off x="6148388" y="4964113"/>
            <a:ext cx="360362" cy="358775"/>
          </a:xfrm>
          <a:prstGeom prst="ellipse">
            <a:avLst/>
          </a:prstGeom>
          <a:solidFill>
            <a:schemeClr val="accent5"/>
          </a:solidFill>
          <a:ln w="63500">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defTabSz="1371408" eaLnBrk="1" fontAlgn="auto" hangingPunct="1">
              <a:spcBef>
                <a:spcPts val="0"/>
              </a:spcBef>
              <a:spcAft>
                <a:spcPts val="0"/>
              </a:spcAft>
              <a:defRPr/>
            </a:pPr>
            <a:endParaRPr lang="uk-UA">
              <a:solidFill>
                <a:schemeClr val="tx1"/>
              </a:solidFill>
            </a:endParaRPr>
          </a:p>
        </p:txBody>
      </p:sp>
      <p:sp>
        <p:nvSpPr>
          <p:cNvPr id="48" name="TextBox 21">
            <a:extLst>
              <a:ext uri="{FF2B5EF4-FFF2-40B4-BE49-F238E27FC236}">
                <a16:creationId xmlns:a16="http://schemas.microsoft.com/office/drawing/2014/main" id="{D76AB95A-7FCC-5893-6EFA-699FAFB33DC5}"/>
              </a:ext>
            </a:extLst>
          </p:cNvPr>
          <p:cNvSpPr txBox="1"/>
          <p:nvPr/>
        </p:nvSpPr>
        <p:spPr>
          <a:xfrm>
            <a:off x="4467225" y="5580063"/>
            <a:ext cx="3829050" cy="646112"/>
          </a:xfrm>
          <a:prstGeom prst="rect">
            <a:avLst/>
          </a:prstGeom>
          <a:noFill/>
        </p:spPr>
        <p:txBody>
          <a:bodyPr>
            <a:spAutoFit/>
          </a:bodyPr>
          <a:lstStyle/>
          <a:p>
            <a:pPr algn="ctr" defTabSz="1371408" eaLnBrk="1" fontAlgn="auto" hangingPunct="1">
              <a:spcBef>
                <a:spcPts val="0"/>
              </a:spcBef>
              <a:spcAft>
                <a:spcPts val="0"/>
              </a:spcAft>
              <a:defRPr/>
            </a:pPr>
            <a:r>
              <a:rPr lang="es-ES_tradnl" sz="2400" err="1">
                <a:solidFill>
                  <a:srgbClr val="219BC3"/>
                </a:solidFill>
                <a:latin typeface="+mj-lt"/>
              </a:rPr>
              <a:t>Partición</a:t>
            </a:r>
          </a:p>
        </p:txBody>
      </p:sp>
      <p:sp>
        <p:nvSpPr>
          <p:cNvPr id="49" name="TextBox 22">
            <a:extLst>
              <a:ext uri="{FF2B5EF4-FFF2-40B4-BE49-F238E27FC236}">
                <a16:creationId xmlns:a16="http://schemas.microsoft.com/office/drawing/2014/main" id="{2D476CE3-159C-4F37-3D97-07BE0ABFB23E}"/>
              </a:ext>
            </a:extLst>
          </p:cNvPr>
          <p:cNvSpPr txBox="1"/>
          <p:nvPr/>
        </p:nvSpPr>
        <p:spPr>
          <a:xfrm>
            <a:off x="5300980" y="4002088"/>
            <a:ext cx="2011680" cy="584200"/>
          </a:xfrm>
          <a:prstGeom prst="rect">
            <a:avLst/>
          </a:prstGeom>
          <a:noFill/>
        </p:spPr>
        <p:txBody>
          <a:bodyPr>
            <a:spAutoFit/>
          </a:bodyPr>
          <a:lstStyle/>
          <a:p>
            <a:pPr algn="ctr" defTabSz="1371408" eaLnBrk="1" fontAlgn="auto" hangingPunct="1">
              <a:spcBef>
                <a:spcPts val="0"/>
              </a:spcBef>
              <a:spcAft>
                <a:spcPts val="0"/>
              </a:spcAft>
              <a:defRPr/>
            </a:pPr>
            <a:r>
              <a:rPr lang="es-ES_tradnl" sz="3200">
                <a:solidFill>
                  <a:schemeClr val="accent2"/>
                </a:solidFill>
                <a:latin typeface="+mj-lt"/>
              </a:rPr>
              <a:t>Paso 2</a:t>
            </a:r>
          </a:p>
        </p:txBody>
      </p:sp>
      <p:sp>
        <p:nvSpPr>
          <p:cNvPr id="18445" name="TextBox 23">
            <a:extLst>
              <a:ext uri="{FF2B5EF4-FFF2-40B4-BE49-F238E27FC236}">
                <a16:creationId xmlns:a16="http://schemas.microsoft.com/office/drawing/2014/main" id="{FD2D5A23-2A43-542B-A74E-9FC5AF55EE1A}"/>
              </a:ext>
            </a:extLst>
          </p:cNvPr>
          <p:cNvSpPr txBox="1">
            <a:spLocks noChangeArrowheads="1"/>
          </p:cNvSpPr>
          <p:nvPr/>
        </p:nvSpPr>
        <p:spPr bwMode="auto">
          <a:xfrm>
            <a:off x="4975860" y="6319838"/>
            <a:ext cx="2788920" cy="16303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sz="2700">
                <a:solidFill>
                  <a:schemeClr val="tx1"/>
                </a:solidFill>
                <a:latin typeface="Franklin Gothic Book" panose="020B0503020102020204" pitchFamily="34" charset="0"/>
              </a:defRPr>
            </a:lvl1pPr>
            <a:lvl2pPr marL="742950" indent="-285750">
              <a:defRPr sz="2700">
                <a:solidFill>
                  <a:schemeClr val="tx1"/>
                </a:solidFill>
                <a:latin typeface="Franklin Gothic Book" panose="020B0503020102020204" pitchFamily="34" charset="0"/>
              </a:defRPr>
            </a:lvl2pPr>
            <a:lvl3pPr marL="1143000" indent="-228600">
              <a:defRPr sz="2700">
                <a:solidFill>
                  <a:schemeClr val="tx1"/>
                </a:solidFill>
                <a:latin typeface="Franklin Gothic Book" panose="020B0503020102020204" pitchFamily="34" charset="0"/>
              </a:defRPr>
            </a:lvl3pPr>
            <a:lvl4pPr marL="1600200" indent="-228600">
              <a:defRPr sz="2700">
                <a:solidFill>
                  <a:schemeClr val="tx1"/>
                </a:solidFill>
                <a:latin typeface="Franklin Gothic Book" panose="020B0503020102020204" pitchFamily="34" charset="0"/>
              </a:defRPr>
            </a:lvl4pPr>
            <a:lvl5pPr marL="2057400" indent="-228600">
              <a:defRPr sz="2700">
                <a:solidFill>
                  <a:schemeClr val="tx1"/>
                </a:solidFill>
                <a:latin typeface="Franklin Gothic Book" panose="020B0503020102020204" pitchFamily="34" charset="0"/>
              </a:defRPr>
            </a:lvl5pPr>
            <a:lvl6pPr marL="2514600" indent="-228600" defTabSz="1370013" eaLnBrk="0" fontAlgn="base" hangingPunct="0">
              <a:spcBef>
                <a:spcPct val="0"/>
              </a:spcBef>
              <a:spcAft>
                <a:spcPct val="0"/>
              </a:spcAft>
              <a:defRPr sz="2700">
                <a:solidFill>
                  <a:schemeClr val="tx1"/>
                </a:solidFill>
                <a:latin typeface="Franklin Gothic Book" panose="020B0503020102020204" pitchFamily="34" charset="0"/>
              </a:defRPr>
            </a:lvl6pPr>
            <a:lvl7pPr marL="2971800" indent="-228600" defTabSz="1370013" eaLnBrk="0" fontAlgn="base" hangingPunct="0">
              <a:spcBef>
                <a:spcPct val="0"/>
              </a:spcBef>
              <a:spcAft>
                <a:spcPct val="0"/>
              </a:spcAft>
              <a:defRPr sz="2700">
                <a:solidFill>
                  <a:schemeClr val="tx1"/>
                </a:solidFill>
                <a:latin typeface="Franklin Gothic Book" panose="020B0503020102020204" pitchFamily="34" charset="0"/>
              </a:defRPr>
            </a:lvl7pPr>
            <a:lvl8pPr marL="3429000" indent="-228600" defTabSz="1370013" eaLnBrk="0" fontAlgn="base" hangingPunct="0">
              <a:spcBef>
                <a:spcPct val="0"/>
              </a:spcBef>
              <a:spcAft>
                <a:spcPct val="0"/>
              </a:spcAft>
              <a:defRPr sz="2700">
                <a:solidFill>
                  <a:schemeClr val="tx1"/>
                </a:solidFill>
                <a:latin typeface="Franklin Gothic Book" panose="020B0503020102020204" pitchFamily="34" charset="0"/>
              </a:defRPr>
            </a:lvl8pPr>
            <a:lvl9pPr marL="3886200" indent="-228600" defTabSz="1370013" eaLnBrk="0" fontAlgn="base" hangingPunct="0">
              <a:spcBef>
                <a:spcPct val="0"/>
              </a:spcBef>
              <a:spcAft>
                <a:spcPct val="0"/>
              </a:spcAft>
              <a:defRPr sz="2700">
                <a:solidFill>
                  <a:schemeClr val="tx1"/>
                </a:solidFill>
                <a:latin typeface="Franklin Gothic Book" panose="020B0503020102020204" pitchFamily="34" charset="0"/>
              </a:defRPr>
            </a:lvl9pPr>
          </a:lstStyle>
          <a:p>
            <a:pPr algn="ctr" eaLnBrk="1" hangingPunct="1"/>
            <a:r>
              <a:rPr lang="es-ES_tradnl" altLang="es-ES" sz="1700">
                <a:solidFill>
                  <a:schemeClr val="tx2"/>
                </a:solidFill>
              </a:rPr>
              <a:t>Estratificada 80/20, escalado de Time y Amount, semilla 42</a:t>
            </a:r>
          </a:p>
        </p:txBody>
      </p:sp>
      <p:sp>
        <p:nvSpPr>
          <p:cNvPr id="51" name="Oval 12">
            <a:extLst>
              <a:ext uri="{FF2B5EF4-FFF2-40B4-BE49-F238E27FC236}">
                <a16:creationId xmlns:a16="http://schemas.microsoft.com/office/drawing/2014/main" id="{13B4EB0F-E62F-B798-1B70-988BE8D222BF}"/>
              </a:ext>
            </a:extLst>
          </p:cNvPr>
          <p:cNvSpPr/>
          <p:nvPr/>
        </p:nvSpPr>
        <p:spPr>
          <a:xfrm rot="10800000">
            <a:off x="8953500" y="4964113"/>
            <a:ext cx="360363" cy="358775"/>
          </a:xfrm>
          <a:prstGeom prst="ellipse">
            <a:avLst/>
          </a:prstGeom>
          <a:solidFill>
            <a:schemeClr val="accent5"/>
          </a:solidFill>
          <a:ln w="63500">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defTabSz="1371408" eaLnBrk="1" fontAlgn="auto" hangingPunct="1">
              <a:spcBef>
                <a:spcPts val="0"/>
              </a:spcBef>
              <a:spcAft>
                <a:spcPts val="0"/>
              </a:spcAft>
              <a:defRPr/>
            </a:pPr>
            <a:endParaRPr lang="uk-UA">
              <a:solidFill>
                <a:schemeClr val="tx1"/>
              </a:solidFill>
            </a:endParaRPr>
          </a:p>
        </p:txBody>
      </p:sp>
      <p:sp>
        <p:nvSpPr>
          <p:cNvPr id="52" name="TextBox 21">
            <a:extLst>
              <a:ext uri="{FF2B5EF4-FFF2-40B4-BE49-F238E27FC236}">
                <a16:creationId xmlns:a16="http://schemas.microsoft.com/office/drawing/2014/main" id="{127ECD8D-0EA1-106A-DA36-EC61F14C1755}"/>
              </a:ext>
            </a:extLst>
          </p:cNvPr>
          <p:cNvSpPr txBox="1"/>
          <p:nvPr/>
        </p:nvSpPr>
        <p:spPr>
          <a:xfrm>
            <a:off x="7272338" y="5580063"/>
            <a:ext cx="3829050" cy="646112"/>
          </a:xfrm>
          <a:prstGeom prst="rect">
            <a:avLst/>
          </a:prstGeom>
          <a:noFill/>
        </p:spPr>
        <p:txBody>
          <a:bodyPr>
            <a:spAutoFit/>
          </a:bodyPr>
          <a:lstStyle/>
          <a:p>
            <a:pPr algn="ctr" defTabSz="1371408" eaLnBrk="1" fontAlgn="auto" hangingPunct="1">
              <a:spcBef>
                <a:spcPts val="0"/>
              </a:spcBef>
              <a:spcAft>
                <a:spcPts val="0"/>
              </a:spcAft>
              <a:defRPr/>
            </a:pPr>
            <a:r>
              <a:rPr lang="es-ES_tradnl" sz="2400" err="1">
                <a:solidFill>
                  <a:srgbClr val="219BC3"/>
                </a:solidFill>
                <a:latin typeface="+mj-lt"/>
              </a:rPr>
              <a:t>Entrenamiento</a:t>
            </a:r>
          </a:p>
        </p:txBody>
      </p:sp>
      <p:sp>
        <p:nvSpPr>
          <p:cNvPr id="53" name="TextBox 22">
            <a:extLst>
              <a:ext uri="{FF2B5EF4-FFF2-40B4-BE49-F238E27FC236}">
                <a16:creationId xmlns:a16="http://schemas.microsoft.com/office/drawing/2014/main" id="{9AAB39B7-6114-5645-3575-AC48C86AC398}"/>
              </a:ext>
            </a:extLst>
          </p:cNvPr>
          <p:cNvSpPr txBox="1"/>
          <p:nvPr/>
        </p:nvSpPr>
        <p:spPr>
          <a:xfrm>
            <a:off x="8106093" y="4002088"/>
            <a:ext cx="2011680" cy="584200"/>
          </a:xfrm>
          <a:prstGeom prst="rect">
            <a:avLst/>
          </a:prstGeom>
          <a:noFill/>
        </p:spPr>
        <p:txBody>
          <a:bodyPr>
            <a:spAutoFit/>
          </a:bodyPr>
          <a:lstStyle/>
          <a:p>
            <a:pPr algn="ctr" defTabSz="1371408" eaLnBrk="1" fontAlgn="auto" hangingPunct="1">
              <a:spcBef>
                <a:spcPts val="0"/>
              </a:spcBef>
              <a:spcAft>
                <a:spcPts val="0"/>
              </a:spcAft>
              <a:defRPr/>
            </a:pPr>
            <a:r>
              <a:rPr lang="es-ES_tradnl" sz="3200">
                <a:solidFill>
                  <a:schemeClr val="accent2"/>
                </a:solidFill>
                <a:latin typeface="+mj-lt"/>
              </a:rPr>
              <a:t>Paso 3</a:t>
            </a:r>
          </a:p>
        </p:txBody>
      </p:sp>
      <p:sp>
        <p:nvSpPr>
          <p:cNvPr id="18449" name="TextBox 23">
            <a:extLst>
              <a:ext uri="{FF2B5EF4-FFF2-40B4-BE49-F238E27FC236}">
                <a16:creationId xmlns:a16="http://schemas.microsoft.com/office/drawing/2014/main" id="{0C60BE6C-CFD1-1747-E2FD-E446646B0627}"/>
              </a:ext>
            </a:extLst>
          </p:cNvPr>
          <p:cNvSpPr txBox="1">
            <a:spLocks noChangeArrowheads="1"/>
          </p:cNvSpPr>
          <p:nvPr/>
        </p:nvSpPr>
        <p:spPr bwMode="auto">
          <a:xfrm>
            <a:off x="7780973" y="6319838"/>
            <a:ext cx="2788920" cy="16303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sz="2700">
                <a:solidFill>
                  <a:schemeClr val="tx1"/>
                </a:solidFill>
                <a:latin typeface="Franklin Gothic Book" panose="020B0503020102020204" pitchFamily="34" charset="0"/>
              </a:defRPr>
            </a:lvl1pPr>
            <a:lvl2pPr marL="742950" indent="-285750">
              <a:defRPr sz="2700">
                <a:solidFill>
                  <a:schemeClr val="tx1"/>
                </a:solidFill>
                <a:latin typeface="Franklin Gothic Book" panose="020B0503020102020204" pitchFamily="34" charset="0"/>
              </a:defRPr>
            </a:lvl2pPr>
            <a:lvl3pPr marL="1143000" indent="-228600">
              <a:defRPr sz="2700">
                <a:solidFill>
                  <a:schemeClr val="tx1"/>
                </a:solidFill>
                <a:latin typeface="Franklin Gothic Book" panose="020B0503020102020204" pitchFamily="34" charset="0"/>
              </a:defRPr>
            </a:lvl3pPr>
            <a:lvl4pPr marL="1600200" indent="-228600">
              <a:defRPr sz="2700">
                <a:solidFill>
                  <a:schemeClr val="tx1"/>
                </a:solidFill>
                <a:latin typeface="Franklin Gothic Book" panose="020B0503020102020204" pitchFamily="34" charset="0"/>
              </a:defRPr>
            </a:lvl4pPr>
            <a:lvl5pPr marL="2057400" indent="-228600">
              <a:defRPr sz="2700">
                <a:solidFill>
                  <a:schemeClr val="tx1"/>
                </a:solidFill>
                <a:latin typeface="Franklin Gothic Book" panose="020B0503020102020204" pitchFamily="34" charset="0"/>
              </a:defRPr>
            </a:lvl5pPr>
            <a:lvl6pPr marL="2514600" indent="-228600" defTabSz="1370013" eaLnBrk="0" fontAlgn="base" hangingPunct="0">
              <a:spcBef>
                <a:spcPct val="0"/>
              </a:spcBef>
              <a:spcAft>
                <a:spcPct val="0"/>
              </a:spcAft>
              <a:defRPr sz="2700">
                <a:solidFill>
                  <a:schemeClr val="tx1"/>
                </a:solidFill>
                <a:latin typeface="Franklin Gothic Book" panose="020B0503020102020204" pitchFamily="34" charset="0"/>
              </a:defRPr>
            </a:lvl6pPr>
            <a:lvl7pPr marL="2971800" indent="-228600" defTabSz="1370013" eaLnBrk="0" fontAlgn="base" hangingPunct="0">
              <a:spcBef>
                <a:spcPct val="0"/>
              </a:spcBef>
              <a:spcAft>
                <a:spcPct val="0"/>
              </a:spcAft>
              <a:defRPr sz="2700">
                <a:solidFill>
                  <a:schemeClr val="tx1"/>
                </a:solidFill>
                <a:latin typeface="Franklin Gothic Book" panose="020B0503020102020204" pitchFamily="34" charset="0"/>
              </a:defRPr>
            </a:lvl7pPr>
            <a:lvl8pPr marL="3429000" indent="-228600" defTabSz="1370013" eaLnBrk="0" fontAlgn="base" hangingPunct="0">
              <a:spcBef>
                <a:spcPct val="0"/>
              </a:spcBef>
              <a:spcAft>
                <a:spcPct val="0"/>
              </a:spcAft>
              <a:defRPr sz="2700">
                <a:solidFill>
                  <a:schemeClr val="tx1"/>
                </a:solidFill>
                <a:latin typeface="Franklin Gothic Book" panose="020B0503020102020204" pitchFamily="34" charset="0"/>
              </a:defRPr>
            </a:lvl8pPr>
            <a:lvl9pPr marL="3886200" indent="-228600" defTabSz="1370013" eaLnBrk="0" fontAlgn="base" hangingPunct="0">
              <a:spcBef>
                <a:spcPct val="0"/>
              </a:spcBef>
              <a:spcAft>
                <a:spcPct val="0"/>
              </a:spcAft>
              <a:defRPr sz="2700">
                <a:solidFill>
                  <a:schemeClr val="tx1"/>
                </a:solidFill>
                <a:latin typeface="Franklin Gothic Book" panose="020B0503020102020204" pitchFamily="34" charset="0"/>
              </a:defRPr>
            </a:lvl9pPr>
          </a:lstStyle>
          <a:p>
            <a:pPr algn="ctr" eaLnBrk="1" hangingPunct="1"/>
            <a:r>
              <a:rPr lang="es-ES_tradnl" altLang="es-ES" sz="1700">
                <a:solidFill>
                  <a:schemeClr val="tx2"/>
                </a:solidFill>
              </a:rPr>
              <a:t>GridSearchCV 5-fold estratificado; resampling solo dentro de cada fold</a:t>
            </a:r>
          </a:p>
        </p:txBody>
      </p:sp>
      <p:sp>
        <p:nvSpPr>
          <p:cNvPr id="55" name="Oval 12">
            <a:extLst>
              <a:ext uri="{FF2B5EF4-FFF2-40B4-BE49-F238E27FC236}">
                <a16:creationId xmlns:a16="http://schemas.microsoft.com/office/drawing/2014/main" id="{6B880D74-FA87-3351-7134-91AF0EB9EDC1}"/>
              </a:ext>
            </a:extLst>
          </p:cNvPr>
          <p:cNvSpPr/>
          <p:nvPr/>
        </p:nvSpPr>
        <p:spPr>
          <a:xfrm rot="10800000">
            <a:off x="11882438" y="4964113"/>
            <a:ext cx="358775" cy="358775"/>
          </a:xfrm>
          <a:prstGeom prst="ellipse">
            <a:avLst/>
          </a:prstGeom>
          <a:solidFill>
            <a:schemeClr val="accent5"/>
          </a:solidFill>
          <a:ln w="63500">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defTabSz="1371408" eaLnBrk="1" fontAlgn="auto" hangingPunct="1">
              <a:spcBef>
                <a:spcPts val="0"/>
              </a:spcBef>
              <a:spcAft>
                <a:spcPts val="0"/>
              </a:spcAft>
              <a:defRPr/>
            </a:pPr>
            <a:endParaRPr lang="uk-UA">
              <a:solidFill>
                <a:schemeClr val="tx1"/>
              </a:solidFill>
            </a:endParaRPr>
          </a:p>
        </p:txBody>
      </p:sp>
      <p:sp>
        <p:nvSpPr>
          <p:cNvPr id="56" name="TextBox 21">
            <a:extLst>
              <a:ext uri="{FF2B5EF4-FFF2-40B4-BE49-F238E27FC236}">
                <a16:creationId xmlns:a16="http://schemas.microsoft.com/office/drawing/2014/main" id="{0C099793-693D-81CC-640B-DEF6DB466FAE}"/>
              </a:ext>
            </a:extLst>
          </p:cNvPr>
          <p:cNvSpPr txBox="1"/>
          <p:nvPr/>
        </p:nvSpPr>
        <p:spPr>
          <a:xfrm>
            <a:off x="10199688" y="5580063"/>
            <a:ext cx="3829050" cy="646112"/>
          </a:xfrm>
          <a:prstGeom prst="rect">
            <a:avLst/>
          </a:prstGeom>
          <a:noFill/>
        </p:spPr>
        <p:txBody>
          <a:bodyPr>
            <a:spAutoFit/>
          </a:bodyPr>
          <a:lstStyle/>
          <a:p>
            <a:pPr algn="ctr" defTabSz="1371408" eaLnBrk="1" fontAlgn="auto" hangingPunct="1">
              <a:spcBef>
                <a:spcPts val="0"/>
              </a:spcBef>
              <a:spcAft>
                <a:spcPts val="0"/>
              </a:spcAft>
              <a:defRPr/>
            </a:pPr>
            <a:r>
              <a:rPr lang="es-ES_tradnl" sz="2400" err="1">
                <a:solidFill>
                  <a:srgbClr val="219BC3"/>
                </a:solidFill>
                <a:latin typeface="+mj-lt"/>
              </a:rPr>
              <a:t>Evaluación</a:t>
            </a:r>
          </a:p>
        </p:txBody>
      </p:sp>
      <p:sp>
        <p:nvSpPr>
          <p:cNvPr id="57" name="TextBox 22">
            <a:extLst>
              <a:ext uri="{FF2B5EF4-FFF2-40B4-BE49-F238E27FC236}">
                <a16:creationId xmlns:a16="http://schemas.microsoft.com/office/drawing/2014/main" id="{5CF1DE34-A912-1807-EE73-6539EA97A326}"/>
              </a:ext>
            </a:extLst>
          </p:cNvPr>
          <p:cNvSpPr txBox="1"/>
          <p:nvPr/>
        </p:nvSpPr>
        <p:spPr>
          <a:xfrm>
            <a:off x="11033443" y="4002088"/>
            <a:ext cx="2011680" cy="584200"/>
          </a:xfrm>
          <a:prstGeom prst="rect">
            <a:avLst/>
          </a:prstGeom>
          <a:noFill/>
        </p:spPr>
        <p:txBody>
          <a:bodyPr>
            <a:spAutoFit/>
          </a:bodyPr>
          <a:lstStyle/>
          <a:p>
            <a:pPr algn="ctr" defTabSz="1371408" eaLnBrk="1" fontAlgn="auto" hangingPunct="1">
              <a:spcBef>
                <a:spcPts val="0"/>
              </a:spcBef>
              <a:spcAft>
                <a:spcPts val="0"/>
              </a:spcAft>
              <a:defRPr/>
            </a:pPr>
            <a:r>
              <a:rPr lang="es-ES_tradnl" sz="3200">
                <a:solidFill>
                  <a:schemeClr val="accent2"/>
                </a:solidFill>
                <a:latin typeface="+mj-lt"/>
              </a:rPr>
              <a:t>Paso 4</a:t>
            </a:r>
          </a:p>
        </p:txBody>
      </p:sp>
      <p:sp>
        <p:nvSpPr>
          <p:cNvPr id="18453" name="TextBox 23">
            <a:extLst>
              <a:ext uri="{FF2B5EF4-FFF2-40B4-BE49-F238E27FC236}">
                <a16:creationId xmlns:a16="http://schemas.microsoft.com/office/drawing/2014/main" id="{6E02662E-5C3A-8B3D-E23D-BE7778DFA19E}"/>
              </a:ext>
            </a:extLst>
          </p:cNvPr>
          <p:cNvSpPr txBox="1">
            <a:spLocks noChangeArrowheads="1"/>
          </p:cNvSpPr>
          <p:nvPr/>
        </p:nvSpPr>
        <p:spPr bwMode="auto">
          <a:xfrm>
            <a:off x="10708323" y="6319838"/>
            <a:ext cx="2788920" cy="16303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sz="2700">
                <a:solidFill>
                  <a:schemeClr val="tx1"/>
                </a:solidFill>
                <a:latin typeface="Franklin Gothic Book" panose="020B0503020102020204" pitchFamily="34" charset="0"/>
              </a:defRPr>
            </a:lvl1pPr>
            <a:lvl2pPr marL="742950" indent="-285750">
              <a:defRPr sz="2700">
                <a:solidFill>
                  <a:schemeClr val="tx1"/>
                </a:solidFill>
                <a:latin typeface="Franklin Gothic Book" panose="020B0503020102020204" pitchFamily="34" charset="0"/>
              </a:defRPr>
            </a:lvl2pPr>
            <a:lvl3pPr marL="1143000" indent="-228600">
              <a:defRPr sz="2700">
                <a:solidFill>
                  <a:schemeClr val="tx1"/>
                </a:solidFill>
                <a:latin typeface="Franklin Gothic Book" panose="020B0503020102020204" pitchFamily="34" charset="0"/>
              </a:defRPr>
            </a:lvl3pPr>
            <a:lvl4pPr marL="1600200" indent="-228600">
              <a:defRPr sz="2700">
                <a:solidFill>
                  <a:schemeClr val="tx1"/>
                </a:solidFill>
                <a:latin typeface="Franklin Gothic Book" panose="020B0503020102020204" pitchFamily="34" charset="0"/>
              </a:defRPr>
            </a:lvl4pPr>
            <a:lvl5pPr marL="2057400" indent="-228600">
              <a:defRPr sz="2700">
                <a:solidFill>
                  <a:schemeClr val="tx1"/>
                </a:solidFill>
                <a:latin typeface="Franklin Gothic Book" panose="020B0503020102020204" pitchFamily="34" charset="0"/>
              </a:defRPr>
            </a:lvl5pPr>
            <a:lvl6pPr marL="2514600" indent="-228600" defTabSz="1370013" eaLnBrk="0" fontAlgn="base" hangingPunct="0">
              <a:spcBef>
                <a:spcPct val="0"/>
              </a:spcBef>
              <a:spcAft>
                <a:spcPct val="0"/>
              </a:spcAft>
              <a:defRPr sz="2700">
                <a:solidFill>
                  <a:schemeClr val="tx1"/>
                </a:solidFill>
                <a:latin typeface="Franklin Gothic Book" panose="020B0503020102020204" pitchFamily="34" charset="0"/>
              </a:defRPr>
            </a:lvl6pPr>
            <a:lvl7pPr marL="2971800" indent="-228600" defTabSz="1370013" eaLnBrk="0" fontAlgn="base" hangingPunct="0">
              <a:spcBef>
                <a:spcPct val="0"/>
              </a:spcBef>
              <a:spcAft>
                <a:spcPct val="0"/>
              </a:spcAft>
              <a:defRPr sz="2700">
                <a:solidFill>
                  <a:schemeClr val="tx1"/>
                </a:solidFill>
                <a:latin typeface="Franklin Gothic Book" panose="020B0503020102020204" pitchFamily="34" charset="0"/>
              </a:defRPr>
            </a:lvl7pPr>
            <a:lvl8pPr marL="3429000" indent="-228600" defTabSz="1370013" eaLnBrk="0" fontAlgn="base" hangingPunct="0">
              <a:spcBef>
                <a:spcPct val="0"/>
              </a:spcBef>
              <a:spcAft>
                <a:spcPct val="0"/>
              </a:spcAft>
              <a:defRPr sz="2700">
                <a:solidFill>
                  <a:schemeClr val="tx1"/>
                </a:solidFill>
                <a:latin typeface="Franklin Gothic Book" panose="020B0503020102020204" pitchFamily="34" charset="0"/>
              </a:defRPr>
            </a:lvl8pPr>
            <a:lvl9pPr marL="3886200" indent="-228600" defTabSz="1370013" eaLnBrk="0" fontAlgn="base" hangingPunct="0">
              <a:spcBef>
                <a:spcPct val="0"/>
              </a:spcBef>
              <a:spcAft>
                <a:spcPct val="0"/>
              </a:spcAft>
              <a:defRPr sz="2700">
                <a:solidFill>
                  <a:schemeClr val="tx1"/>
                </a:solidFill>
                <a:latin typeface="Franklin Gothic Book" panose="020B0503020102020204" pitchFamily="34" charset="0"/>
              </a:defRPr>
            </a:lvl9pPr>
          </a:lstStyle>
          <a:p>
            <a:pPr algn="ctr" eaLnBrk="1" hangingPunct="1"/>
            <a:r>
              <a:rPr lang="es-ES_tradnl" altLang="es-ES" sz="1700">
                <a:solidFill>
                  <a:schemeClr val="tx2"/>
                </a:solidFill>
              </a:rPr>
              <a:t>Una única vez sobre el test reservado (56.962 tx)</a:t>
            </a:r>
          </a:p>
        </p:txBody>
      </p:sp>
      <p:sp>
        <p:nvSpPr>
          <p:cNvPr id="59" name="Oval 12">
            <a:extLst>
              <a:ext uri="{FF2B5EF4-FFF2-40B4-BE49-F238E27FC236}">
                <a16:creationId xmlns:a16="http://schemas.microsoft.com/office/drawing/2014/main" id="{7ED5B202-DBA8-2210-EE2A-0D63540AB6E6}"/>
              </a:ext>
            </a:extLst>
          </p:cNvPr>
          <p:cNvSpPr/>
          <p:nvPr/>
        </p:nvSpPr>
        <p:spPr>
          <a:xfrm rot="10800000">
            <a:off x="14562138" y="4964113"/>
            <a:ext cx="360362" cy="358775"/>
          </a:xfrm>
          <a:prstGeom prst="ellipse">
            <a:avLst/>
          </a:prstGeom>
          <a:solidFill>
            <a:schemeClr val="accent5"/>
          </a:solidFill>
          <a:ln w="63500">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defTabSz="1371408" eaLnBrk="1" fontAlgn="auto" hangingPunct="1">
              <a:spcBef>
                <a:spcPts val="0"/>
              </a:spcBef>
              <a:spcAft>
                <a:spcPts val="0"/>
              </a:spcAft>
              <a:defRPr/>
            </a:pPr>
            <a:endParaRPr lang="uk-UA">
              <a:solidFill>
                <a:schemeClr val="tx1"/>
              </a:solidFill>
            </a:endParaRPr>
          </a:p>
        </p:txBody>
      </p:sp>
      <p:sp>
        <p:nvSpPr>
          <p:cNvPr id="60" name="TextBox 21">
            <a:extLst>
              <a:ext uri="{FF2B5EF4-FFF2-40B4-BE49-F238E27FC236}">
                <a16:creationId xmlns:a16="http://schemas.microsoft.com/office/drawing/2014/main" id="{7A5631F2-70E7-9B3A-C6EE-A0F7A05E19BB}"/>
              </a:ext>
            </a:extLst>
          </p:cNvPr>
          <p:cNvSpPr txBox="1"/>
          <p:nvPr/>
        </p:nvSpPr>
        <p:spPr>
          <a:xfrm>
            <a:off x="12880975" y="5580063"/>
            <a:ext cx="3829050" cy="646112"/>
          </a:xfrm>
          <a:prstGeom prst="rect">
            <a:avLst/>
          </a:prstGeom>
          <a:noFill/>
        </p:spPr>
        <p:txBody>
          <a:bodyPr>
            <a:spAutoFit/>
          </a:bodyPr>
          <a:lstStyle/>
          <a:p>
            <a:pPr algn="ctr" defTabSz="1371408" eaLnBrk="1" fontAlgn="auto" hangingPunct="1">
              <a:spcBef>
                <a:spcPts val="0"/>
              </a:spcBef>
              <a:spcAft>
                <a:spcPts val="0"/>
              </a:spcAft>
              <a:defRPr/>
            </a:pPr>
            <a:r>
              <a:rPr lang="es-ES_tradnl" sz="2400" err="1">
                <a:solidFill>
                  <a:srgbClr val="219BC3"/>
                </a:solidFill>
                <a:latin typeface="+mj-lt"/>
              </a:rPr>
              <a:t>Análisis</a:t>
            </a:r>
          </a:p>
        </p:txBody>
      </p:sp>
      <p:sp>
        <p:nvSpPr>
          <p:cNvPr id="61" name="TextBox 22">
            <a:extLst>
              <a:ext uri="{FF2B5EF4-FFF2-40B4-BE49-F238E27FC236}">
                <a16:creationId xmlns:a16="http://schemas.microsoft.com/office/drawing/2014/main" id="{80F8578E-4DE8-BADD-7877-18D10A23760D}"/>
              </a:ext>
            </a:extLst>
          </p:cNvPr>
          <p:cNvSpPr txBox="1"/>
          <p:nvPr/>
        </p:nvSpPr>
        <p:spPr>
          <a:xfrm>
            <a:off x="13714730" y="4002088"/>
            <a:ext cx="2011680" cy="584200"/>
          </a:xfrm>
          <a:prstGeom prst="rect">
            <a:avLst/>
          </a:prstGeom>
          <a:noFill/>
        </p:spPr>
        <p:txBody>
          <a:bodyPr>
            <a:spAutoFit/>
          </a:bodyPr>
          <a:lstStyle/>
          <a:p>
            <a:pPr algn="ctr" defTabSz="1371408" eaLnBrk="1" fontAlgn="auto" hangingPunct="1">
              <a:spcBef>
                <a:spcPts val="0"/>
              </a:spcBef>
              <a:spcAft>
                <a:spcPts val="0"/>
              </a:spcAft>
              <a:defRPr/>
            </a:pPr>
            <a:r>
              <a:rPr lang="es-ES_tradnl" sz="3200">
                <a:solidFill>
                  <a:schemeClr val="accent2"/>
                </a:solidFill>
                <a:latin typeface="+mj-lt"/>
              </a:rPr>
              <a:t>Paso 5</a:t>
            </a:r>
          </a:p>
        </p:txBody>
      </p:sp>
      <p:sp>
        <p:nvSpPr>
          <p:cNvPr id="18457" name="TextBox 23">
            <a:extLst>
              <a:ext uri="{FF2B5EF4-FFF2-40B4-BE49-F238E27FC236}">
                <a16:creationId xmlns:a16="http://schemas.microsoft.com/office/drawing/2014/main" id="{21811AC3-0759-C3E9-858B-CF393BD36F05}"/>
              </a:ext>
            </a:extLst>
          </p:cNvPr>
          <p:cNvSpPr txBox="1">
            <a:spLocks noChangeArrowheads="1"/>
          </p:cNvSpPr>
          <p:nvPr/>
        </p:nvSpPr>
        <p:spPr bwMode="auto">
          <a:xfrm>
            <a:off x="13389610" y="6319838"/>
            <a:ext cx="2788920" cy="16303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sz="2700">
                <a:solidFill>
                  <a:schemeClr val="tx1"/>
                </a:solidFill>
                <a:latin typeface="Franklin Gothic Book" panose="020B0503020102020204" pitchFamily="34" charset="0"/>
              </a:defRPr>
            </a:lvl1pPr>
            <a:lvl2pPr marL="742950" indent="-285750">
              <a:defRPr sz="2700">
                <a:solidFill>
                  <a:schemeClr val="tx1"/>
                </a:solidFill>
                <a:latin typeface="Franklin Gothic Book" panose="020B0503020102020204" pitchFamily="34" charset="0"/>
              </a:defRPr>
            </a:lvl2pPr>
            <a:lvl3pPr marL="1143000" indent="-228600">
              <a:defRPr sz="2700">
                <a:solidFill>
                  <a:schemeClr val="tx1"/>
                </a:solidFill>
                <a:latin typeface="Franklin Gothic Book" panose="020B0503020102020204" pitchFamily="34" charset="0"/>
              </a:defRPr>
            </a:lvl3pPr>
            <a:lvl4pPr marL="1600200" indent="-228600">
              <a:defRPr sz="2700">
                <a:solidFill>
                  <a:schemeClr val="tx1"/>
                </a:solidFill>
                <a:latin typeface="Franklin Gothic Book" panose="020B0503020102020204" pitchFamily="34" charset="0"/>
              </a:defRPr>
            </a:lvl4pPr>
            <a:lvl5pPr marL="2057400" indent="-228600">
              <a:defRPr sz="2700">
                <a:solidFill>
                  <a:schemeClr val="tx1"/>
                </a:solidFill>
                <a:latin typeface="Franklin Gothic Book" panose="020B0503020102020204" pitchFamily="34" charset="0"/>
              </a:defRPr>
            </a:lvl5pPr>
            <a:lvl6pPr marL="2514600" indent="-228600" defTabSz="1370013" eaLnBrk="0" fontAlgn="base" hangingPunct="0">
              <a:spcBef>
                <a:spcPct val="0"/>
              </a:spcBef>
              <a:spcAft>
                <a:spcPct val="0"/>
              </a:spcAft>
              <a:defRPr sz="2700">
                <a:solidFill>
                  <a:schemeClr val="tx1"/>
                </a:solidFill>
                <a:latin typeface="Franklin Gothic Book" panose="020B0503020102020204" pitchFamily="34" charset="0"/>
              </a:defRPr>
            </a:lvl6pPr>
            <a:lvl7pPr marL="2971800" indent="-228600" defTabSz="1370013" eaLnBrk="0" fontAlgn="base" hangingPunct="0">
              <a:spcBef>
                <a:spcPct val="0"/>
              </a:spcBef>
              <a:spcAft>
                <a:spcPct val="0"/>
              </a:spcAft>
              <a:defRPr sz="2700">
                <a:solidFill>
                  <a:schemeClr val="tx1"/>
                </a:solidFill>
                <a:latin typeface="Franklin Gothic Book" panose="020B0503020102020204" pitchFamily="34" charset="0"/>
              </a:defRPr>
            </a:lvl7pPr>
            <a:lvl8pPr marL="3429000" indent="-228600" defTabSz="1370013" eaLnBrk="0" fontAlgn="base" hangingPunct="0">
              <a:spcBef>
                <a:spcPct val="0"/>
              </a:spcBef>
              <a:spcAft>
                <a:spcPct val="0"/>
              </a:spcAft>
              <a:defRPr sz="2700">
                <a:solidFill>
                  <a:schemeClr val="tx1"/>
                </a:solidFill>
                <a:latin typeface="Franklin Gothic Book" panose="020B0503020102020204" pitchFamily="34" charset="0"/>
              </a:defRPr>
            </a:lvl8pPr>
            <a:lvl9pPr marL="3886200" indent="-228600" defTabSz="1370013" eaLnBrk="0" fontAlgn="base" hangingPunct="0">
              <a:spcBef>
                <a:spcPct val="0"/>
              </a:spcBef>
              <a:spcAft>
                <a:spcPct val="0"/>
              </a:spcAft>
              <a:defRPr sz="2700">
                <a:solidFill>
                  <a:schemeClr val="tx1"/>
                </a:solidFill>
                <a:latin typeface="Franklin Gothic Book" panose="020B0503020102020204" pitchFamily="34" charset="0"/>
              </a:defRPr>
            </a:lvl9pPr>
          </a:lstStyle>
          <a:p>
            <a:pPr algn="ctr" eaLnBrk="1" hangingPunct="1"/>
            <a:r>
              <a:rPr lang="es-ES_tradnl" altLang="es-ES" sz="1700">
                <a:solidFill>
                  <a:schemeClr val="tx2"/>
                </a:solidFill>
              </a:rPr>
              <a:t>SHAP, coste computacional y validación externa en IEEE-CIS</a:t>
            </a:r>
          </a:p>
        </p:txBody>
      </p:sp>
      <p:sp>
        <p:nvSpPr>
          <p:cNvPr id="18458" name="Slide Number Placeholder 2">
            <a:extLst>
              <a:ext uri="{FF2B5EF4-FFF2-40B4-BE49-F238E27FC236}">
                <a16:creationId xmlns:a16="http://schemas.microsoft.com/office/drawing/2014/main" id="{AA3A95BA-BC71-594E-0229-ECB16ADEB306}"/>
              </a:ext>
            </a:extLst>
          </p:cNvPr>
          <p:cNvSpPr txBox="1">
            <a:spLocks noChangeArrowheads="1"/>
          </p:cNvSpPr>
          <p:nvPr/>
        </p:nvSpPr>
        <p:spPr bwMode="auto">
          <a:xfrm>
            <a:off x="16916400" y="9072563"/>
            <a:ext cx="1733550" cy="923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1428" tIns="45713" rIns="91428" bIns="45713">
            <a:spAutoFit/>
          </a:bodyPr>
          <a:lstStyle>
            <a:lvl1pPr>
              <a:defRPr sz="2700">
                <a:solidFill>
                  <a:schemeClr val="tx1"/>
                </a:solidFill>
                <a:latin typeface="Franklin Gothic Book" panose="020B0503020102020204" pitchFamily="34" charset="0"/>
              </a:defRPr>
            </a:lvl1pPr>
            <a:lvl2pPr marL="742950" indent="-285750">
              <a:defRPr sz="2700">
                <a:solidFill>
                  <a:schemeClr val="tx1"/>
                </a:solidFill>
                <a:latin typeface="Franklin Gothic Book" panose="020B0503020102020204" pitchFamily="34" charset="0"/>
              </a:defRPr>
            </a:lvl2pPr>
            <a:lvl3pPr marL="1143000" indent="-228600">
              <a:defRPr sz="2700">
                <a:solidFill>
                  <a:schemeClr val="tx1"/>
                </a:solidFill>
                <a:latin typeface="Franklin Gothic Book" panose="020B0503020102020204" pitchFamily="34" charset="0"/>
              </a:defRPr>
            </a:lvl3pPr>
            <a:lvl4pPr marL="1600200" indent="-228600">
              <a:defRPr sz="2700">
                <a:solidFill>
                  <a:schemeClr val="tx1"/>
                </a:solidFill>
                <a:latin typeface="Franklin Gothic Book" panose="020B0503020102020204" pitchFamily="34" charset="0"/>
              </a:defRPr>
            </a:lvl4pPr>
            <a:lvl5pPr marL="2057400" indent="-228600">
              <a:defRPr sz="2700">
                <a:solidFill>
                  <a:schemeClr val="tx1"/>
                </a:solidFill>
                <a:latin typeface="Franklin Gothic Book" panose="020B0503020102020204" pitchFamily="34" charset="0"/>
              </a:defRPr>
            </a:lvl5pPr>
            <a:lvl6pPr marL="2514600" indent="-228600" defTabSz="1370013" eaLnBrk="0" fontAlgn="base" hangingPunct="0">
              <a:spcBef>
                <a:spcPct val="0"/>
              </a:spcBef>
              <a:spcAft>
                <a:spcPct val="0"/>
              </a:spcAft>
              <a:defRPr sz="2700">
                <a:solidFill>
                  <a:schemeClr val="tx1"/>
                </a:solidFill>
                <a:latin typeface="Franklin Gothic Book" panose="020B0503020102020204" pitchFamily="34" charset="0"/>
              </a:defRPr>
            </a:lvl6pPr>
            <a:lvl7pPr marL="2971800" indent="-228600" defTabSz="1370013" eaLnBrk="0" fontAlgn="base" hangingPunct="0">
              <a:spcBef>
                <a:spcPct val="0"/>
              </a:spcBef>
              <a:spcAft>
                <a:spcPct val="0"/>
              </a:spcAft>
              <a:defRPr sz="2700">
                <a:solidFill>
                  <a:schemeClr val="tx1"/>
                </a:solidFill>
                <a:latin typeface="Franklin Gothic Book" panose="020B0503020102020204" pitchFamily="34" charset="0"/>
              </a:defRPr>
            </a:lvl7pPr>
            <a:lvl8pPr marL="3429000" indent="-228600" defTabSz="1370013" eaLnBrk="0" fontAlgn="base" hangingPunct="0">
              <a:spcBef>
                <a:spcPct val="0"/>
              </a:spcBef>
              <a:spcAft>
                <a:spcPct val="0"/>
              </a:spcAft>
              <a:defRPr sz="2700">
                <a:solidFill>
                  <a:schemeClr val="tx1"/>
                </a:solidFill>
                <a:latin typeface="Franklin Gothic Book" panose="020B0503020102020204" pitchFamily="34" charset="0"/>
              </a:defRPr>
            </a:lvl8pPr>
            <a:lvl9pPr marL="3886200" indent="-228600" defTabSz="1370013" eaLnBrk="0" fontAlgn="base" hangingPunct="0">
              <a:spcBef>
                <a:spcPct val="0"/>
              </a:spcBef>
              <a:spcAft>
                <a:spcPct val="0"/>
              </a:spcAft>
              <a:defRPr sz="2700">
                <a:solidFill>
                  <a:schemeClr val="tx1"/>
                </a:solidFill>
                <a:latin typeface="Franklin Gothic Book" panose="020B0503020102020204" pitchFamily="34" charset="0"/>
              </a:defRPr>
            </a:lvl9pPr>
          </a:lstStyle>
          <a:p>
            <a:pPr eaLnBrk="1" hangingPunct="1"/>
            <a:r>
              <a:rPr lang="es-ES_tradnl" altLang="es-ES" b="1">
                <a:solidFill>
                  <a:schemeClr val="accent2"/>
                </a:solidFill>
                <a:latin typeface="Franklin Gothic Medium" panose="020B0603020102090204" pitchFamily="34" charset="0"/>
              </a:rPr>
              <a:t>pág.</a:t>
            </a:r>
          </a:p>
          <a:p>
            <a:pPr eaLnBrk="1" hangingPunct="1"/>
            <a:r>
              <a:rPr lang="es-ES_tradnl" altLang="es-ES" b="1">
                <a:solidFill>
                  <a:schemeClr val="accent2"/>
                </a:solidFill>
                <a:latin typeface="Franklin Gothic Medium" panose="020B0603020102090204" pitchFamily="34" charset="0"/>
              </a:rPr>
              <a:t>0</a:t>
            </a:r>
            <a:fld id="{B87A44B9-8C49-42F0-9E9B-7AD66CADFE0C}" type="slidenum">
              <a:rPr lang="es-ES_tradnl" altLang="es-ES" b="1">
                <a:solidFill>
                  <a:schemeClr val="accent2"/>
                </a:solidFill>
                <a:latin typeface="Franklin Gothic Medium" panose="020B0603020102090204" pitchFamily="34" charset="0"/>
              </a:rPr>
              <a:pPr eaLnBrk="1" hangingPunct="1"/>
              <a:t>7</a:t>
            </a:fld>
            <a:endParaRPr lang="es-ES_tradnl" altLang="es-ES" b="1">
              <a:solidFill>
                <a:schemeClr val="accent2"/>
              </a:solidFill>
              <a:latin typeface="Franklin Gothic Medium" panose="020B0603020102090204" pitchFamily="34" charset="0"/>
            </a:endParaRP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nodeType="clickPar">
                      <p:stCondLst>
                        <p:cond delay="indefinite"/>
                        <p:cond evt="onBegin" delay="0">
                          <p:tn val="2"/>
                        </p:cond>
                      </p:stCondLst>
                      <p:childTnLst>
                        <p:par>
                          <p:cTn id="4" fill="hold" nodeType="withGroup">
                            <p:stCondLst>
                              <p:cond delay="0"/>
                            </p:stCondLst>
                            <p:childTnLst>
                              <p:par>
                                <p:cTn id="5" presetID="37" presetClass="entr" presetSubtype="0" fill="hold" nodeType="with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1250"/>
                                        <p:tgtEl>
                                          <p:spTgt spid="20"/>
                                        </p:tgtEl>
                                      </p:cBhvr>
                                    </p:animEffect>
                                    <p:anim calcmode="lin" valueType="num">
                                      <p:cBhvr>
                                        <p:cTn id="8" dur="1250" fill="hold"/>
                                        <p:tgtEl>
                                          <p:spTgt spid="20"/>
                                        </p:tgtEl>
                                        <p:attrNameLst>
                                          <p:attrName>ppt_x</p:attrName>
                                        </p:attrNameLst>
                                      </p:cBhvr>
                                      <p:tavLst>
                                        <p:tav tm="0">
                                          <p:val>
                                            <p:strVal val="#ppt_x"/>
                                          </p:val>
                                        </p:tav>
                                        <p:tav tm="100000">
                                          <p:val>
                                            <p:strVal val="#ppt_x"/>
                                          </p:val>
                                        </p:tav>
                                      </p:tavLst>
                                    </p:anim>
                                    <p:anim calcmode="lin" valueType="num">
                                      <p:cBhvr>
                                        <p:cTn id="9" dur="1125" decel="100000" fill="hold"/>
                                        <p:tgtEl>
                                          <p:spTgt spid="20"/>
                                        </p:tgtEl>
                                        <p:attrNameLst>
                                          <p:attrName>ppt_y</p:attrName>
                                        </p:attrNameLst>
                                      </p:cBhvr>
                                      <p:tavLst>
                                        <p:tav tm="0">
                                          <p:val>
                                            <p:strVal val="#ppt_y+1"/>
                                          </p:val>
                                        </p:tav>
                                        <p:tav tm="100000">
                                          <p:val>
                                            <p:strVal val="#ppt_y-.03"/>
                                          </p:val>
                                        </p:tav>
                                      </p:tavLst>
                                    </p:anim>
                                    <p:anim calcmode="lin" valueType="num">
                                      <p:cBhvr>
                                        <p:cTn id="10" dur="125" accel="100000" fill="hold">
                                          <p:stCondLst>
                                            <p:cond delay="1125"/>
                                          </p:stCondLst>
                                        </p:cTn>
                                        <p:tgtEl>
                                          <p:spTgt spid="20"/>
                                        </p:tgtEl>
                                        <p:attrNameLst>
                                          <p:attrName>ppt_y</p:attrName>
                                        </p:attrNameLst>
                                      </p:cBhvr>
                                      <p:tavLst>
                                        <p:tav tm="0">
                                          <p:val>
                                            <p:strVal val="#ppt_y-.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59CF4AC-0242-C393-575C-E8973F634D3B}"/>
              </a:ext>
            </a:extLst>
          </p:cNvPr>
          <p:cNvSpPr>
            <a:spLocks noGrp="1"/>
          </p:cNvSpPr>
          <p:nvPr>
            <p:ph type="title"/>
          </p:nvPr>
        </p:nvSpPr>
        <p:spPr>
          <a:xfrm>
            <a:off x="876300" y="571500"/>
            <a:ext cx="16002000" cy="1322388"/>
          </a:xfrm>
        </p:spPr>
        <p:txBody>
          <a:bodyPr/>
          <a:lstStyle/>
          <a:p>
            <a:pPr defTabSz="1371408" eaLnBrk="1" fontAlgn="auto" hangingPunct="1">
              <a:spcAft>
                <a:spcPts val="0"/>
              </a:spcAft>
              <a:defRPr/>
            </a:pPr>
            <a:r>
              <a:rPr lang="es-ES_tradnl">
                <a:solidFill>
                  <a:schemeClr val="accent1"/>
                </a:solidFill>
              </a:rPr>
              <a:t>02 Metodología</a:t>
            </a:r>
            <a:br>
              <a:rPr lang="es-ES_tradnl"/>
            </a:br>
            <a:r>
              <a:rPr lang="es-ES_tradnl">
                <a:solidFill>
                  <a:srgbClr val="00566C"/>
                </a:solidFill>
              </a:rPr>
              <a:t>Diseño experimental: 5 × 3 = 15 combinaciones</a:t>
            </a:r>
          </a:p>
        </p:txBody>
      </p:sp>
      <p:grpSp>
        <p:nvGrpSpPr>
          <p:cNvPr id="13315" name="Group 58">
            <a:extLst>
              <a:ext uri="{FF2B5EF4-FFF2-40B4-BE49-F238E27FC236}">
                <a16:creationId xmlns:a16="http://schemas.microsoft.com/office/drawing/2014/main" id="{8EAC4C2E-375E-A813-1C5C-076610D972CE}"/>
              </a:ext>
            </a:extLst>
          </p:cNvPr>
          <p:cNvGrpSpPr>
            <a:grpSpLocks/>
          </p:cNvGrpSpPr>
          <p:nvPr/>
        </p:nvGrpSpPr>
        <p:grpSpPr bwMode="auto">
          <a:xfrm>
            <a:off x="1370013" y="2933700"/>
            <a:ext cx="3694112" cy="4989513"/>
            <a:chOff x="1369272" y="3290036"/>
            <a:chExt cx="3694493" cy="4989964"/>
          </a:xfrm>
        </p:grpSpPr>
        <p:sp>
          <p:nvSpPr>
            <p:cNvPr id="42" name="TextBox 41">
              <a:extLst>
                <a:ext uri="{FF2B5EF4-FFF2-40B4-BE49-F238E27FC236}">
                  <a16:creationId xmlns:a16="http://schemas.microsoft.com/office/drawing/2014/main" id="{2610A3DA-FB22-367C-6E60-7F5E2B729E57}"/>
                </a:ext>
              </a:extLst>
            </p:cNvPr>
            <p:cNvSpPr txBox="1"/>
            <p:nvPr/>
          </p:nvSpPr>
          <p:spPr>
            <a:xfrm>
              <a:off x="1369272" y="4104498"/>
              <a:ext cx="3694493" cy="646170"/>
            </a:xfrm>
            <a:prstGeom prst="rect">
              <a:avLst/>
            </a:prstGeom>
            <a:noFill/>
          </p:spPr>
          <p:txBody>
            <a:bodyPr>
              <a:spAutoFit/>
            </a:bodyPr>
            <a:lstStyle/>
            <a:p>
              <a:pPr defTabSz="1371408" eaLnBrk="1" fontAlgn="auto" hangingPunct="1">
                <a:spcBef>
                  <a:spcPts val="0"/>
                </a:spcBef>
                <a:spcAft>
                  <a:spcPts val="0"/>
                </a:spcAft>
                <a:defRPr/>
              </a:pPr>
              <a:r>
                <a:rPr lang="es-ES_tradnl" sz="2600" err="1">
                  <a:solidFill>
                    <a:schemeClr val="accent1"/>
                  </a:solidFill>
                  <a:latin typeface="+mj-lt"/>
                </a:rPr>
                <a:t>Modelos</a:t>
              </a:r>
            </a:p>
          </p:txBody>
        </p:sp>
        <p:sp>
          <p:nvSpPr>
            <p:cNvPr id="13328" name="Freeform 122">
              <a:extLst>
                <a:ext uri="{FF2B5EF4-FFF2-40B4-BE49-F238E27FC236}">
                  <a16:creationId xmlns:a16="http://schemas.microsoft.com/office/drawing/2014/main" id="{89097637-F475-2103-1769-02A34896FD2E}"/>
                </a:ext>
              </a:extLst>
            </p:cNvPr>
            <p:cNvSpPr>
              <a:spLocks noEditPoints="1"/>
            </p:cNvSpPr>
            <p:nvPr/>
          </p:nvSpPr>
          <p:spPr bwMode="auto">
            <a:xfrm>
              <a:off x="1369272" y="3290036"/>
              <a:ext cx="628506" cy="628506"/>
            </a:xfrm>
            <a:custGeom>
              <a:avLst/>
              <a:gdLst>
                <a:gd name="T0" fmla="*/ 2147483646 w 176"/>
                <a:gd name="T1" fmla="*/ 663127396 h 176"/>
                <a:gd name="T2" fmla="*/ 2147483646 w 176"/>
                <a:gd name="T3" fmla="*/ 637622908 h 176"/>
                <a:gd name="T4" fmla="*/ 2147483646 w 176"/>
                <a:gd name="T5" fmla="*/ 637622908 h 176"/>
                <a:gd name="T6" fmla="*/ 2147483646 w 176"/>
                <a:gd name="T7" fmla="*/ 624870664 h 176"/>
                <a:gd name="T8" fmla="*/ 2147483646 w 176"/>
                <a:gd name="T9" fmla="*/ 624870664 h 176"/>
                <a:gd name="T10" fmla="*/ 1619559972 w 176"/>
                <a:gd name="T11" fmla="*/ 25504488 h 176"/>
                <a:gd name="T12" fmla="*/ 1619559972 w 176"/>
                <a:gd name="T13" fmla="*/ 25504488 h 176"/>
                <a:gd name="T14" fmla="*/ 1581303241 w 176"/>
                <a:gd name="T15" fmla="*/ 0 h 176"/>
                <a:gd name="T16" fmla="*/ 663127396 w 176"/>
                <a:gd name="T17" fmla="*/ 0 h 176"/>
                <a:gd name="T18" fmla="*/ 624870664 w 176"/>
                <a:gd name="T19" fmla="*/ 25504488 h 176"/>
                <a:gd name="T20" fmla="*/ 624870664 w 176"/>
                <a:gd name="T21" fmla="*/ 25504488 h 176"/>
                <a:gd name="T22" fmla="*/ 12752244 w 176"/>
                <a:gd name="T23" fmla="*/ 624870664 h 176"/>
                <a:gd name="T24" fmla="*/ 12752244 w 176"/>
                <a:gd name="T25" fmla="*/ 624870664 h 176"/>
                <a:gd name="T26" fmla="*/ 12752244 w 176"/>
                <a:gd name="T27" fmla="*/ 637622908 h 176"/>
                <a:gd name="T28" fmla="*/ 12752244 w 176"/>
                <a:gd name="T29" fmla="*/ 637622908 h 176"/>
                <a:gd name="T30" fmla="*/ 0 w 176"/>
                <a:gd name="T31" fmla="*/ 663127396 h 176"/>
                <a:gd name="T32" fmla="*/ 12752244 w 176"/>
                <a:gd name="T33" fmla="*/ 688631884 h 176"/>
                <a:gd name="T34" fmla="*/ 12752244 w 176"/>
                <a:gd name="T35" fmla="*/ 701384128 h 176"/>
                <a:gd name="T36" fmla="*/ 1083958587 w 176"/>
                <a:gd name="T37" fmla="*/ 2147483646 h 176"/>
                <a:gd name="T38" fmla="*/ 1083958587 w 176"/>
                <a:gd name="T39" fmla="*/ 2147483646 h 176"/>
                <a:gd name="T40" fmla="*/ 1122215318 w 176"/>
                <a:gd name="T41" fmla="*/ 2147483646 h 176"/>
                <a:gd name="T42" fmla="*/ 1160472050 w 176"/>
                <a:gd name="T43" fmla="*/ 2147483646 h 176"/>
                <a:gd name="T44" fmla="*/ 1160472050 w 176"/>
                <a:gd name="T45" fmla="*/ 2147483646 h 176"/>
                <a:gd name="T46" fmla="*/ 2147483646 w 176"/>
                <a:gd name="T47" fmla="*/ 701384128 h 176"/>
                <a:gd name="T48" fmla="*/ 2147483646 w 176"/>
                <a:gd name="T49" fmla="*/ 688631884 h 176"/>
                <a:gd name="T50" fmla="*/ 2147483646 w 176"/>
                <a:gd name="T51" fmla="*/ 663127396 h 176"/>
                <a:gd name="T52" fmla="*/ 1555798753 w 176"/>
                <a:gd name="T53" fmla="*/ 102017951 h 176"/>
                <a:gd name="T54" fmla="*/ 2065895651 w 176"/>
                <a:gd name="T55" fmla="*/ 612118420 h 176"/>
                <a:gd name="T56" fmla="*/ 1606807729 w 176"/>
                <a:gd name="T57" fmla="*/ 612118420 h 176"/>
                <a:gd name="T58" fmla="*/ 1351759280 w 176"/>
                <a:gd name="T59" fmla="*/ 102017951 h 176"/>
                <a:gd name="T60" fmla="*/ 1555798753 w 176"/>
                <a:gd name="T61" fmla="*/ 102017951 h 176"/>
                <a:gd name="T62" fmla="*/ 1249741328 w 176"/>
                <a:gd name="T63" fmla="*/ 102017951 h 176"/>
                <a:gd name="T64" fmla="*/ 1504789777 w 176"/>
                <a:gd name="T65" fmla="*/ 612118420 h 176"/>
                <a:gd name="T66" fmla="*/ 739640859 w 176"/>
                <a:gd name="T67" fmla="*/ 612118420 h 176"/>
                <a:gd name="T68" fmla="*/ 994689308 w 176"/>
                <a:gd name="T69" fmla="*/ 102017951 h 176"/>
                <a:gd name="T70" fmla="*/ 1249741328 w 176"/>
                <a:gd name="T71" fmla="*/ 102017951 h 176"/>
                <a:gd name="T72" fmla="*/ 688631884 w 176"/>
                <a:gd name="T73" fmla="*/ 102017951 h 176"/>
                <a:gd name="T74" fmla="*/ 892671357 w 176"/>
                <a:gd name="T75" fmla="*/ 102017951 h 176"/>
                <a:gd name="T76" fmla="*/ 637622908 w 176"/>
                <a:gd name="T77" fmla="*/ 612118420 h 176"/>
                <a:gd name="T78" fmla="*/ 178534986 w 176"/>
                <a:gd name="T79" fmla="*/ 612118420 h 176"/>
                <a:gd name="T80" fmla="*/ 688631884 w 176"/>
                <a:gd name="T81" fmla="*/ 102017951 h 176"/>
                <a:gd name="T82" fmla="*/ 153030498 w 176"/>
                <a:gd name="T83" fmla="*/ 714136371 h 176"/>
                <a:gd name="T84" fmla="*/ 624870664 w 176"/>
                <a:gd name="T85" fmla="*/ 714136371 h 176"/>
                <a:gd name="T86" fmla="*/ 981937064 w 176"/>
                <a:gd name="T87" fmla="*/ 1900112909 h 176"/>
                <a:gd name="T88" fmla="*/ 153030498 w 176"/>
                <a:gd name="T89" fmla="*/ 714136371 h 176"/>
                <a:gd name="T90" fmla="*/ 1122215318 w 176"/>
                <a:gd name="T91" fmla="*/ 2014886675 h 176"/>
                <a:gd name="T92" fmla="*/ 726888615 w 176"/>
                <a:gd name="T93" fmla="*/ 714136371 h 176"/>
                <a:gd name="T94" fmla="*/ 1517542021 w 176"/>
                <a:gd name="T95" fmla="*/ 714136371 h 176"/>
                <a:gd name="T96" fmla="*/ 1122215318 w 176"/>
                <a:gd name="T97" fmla="*/ 2014886675 h 176"/>
                <a:gd name="T98" fmla="*/ 1262493572 w 176"/>
                <a:gd name="T99" fmla="*/ 1900112909 h 176"/>
                <a:gd name="T100" fmla="*/ 1619559972 w 176"/>
                <a:gd name="T101" fmla="*/ 714136371 h 176"/>
                <a:gd name="T102" fmla="*/ 2091400139 w 176"/>
                <a:gd name="T103" fmla="*/ 714136371 h 176"/>
                <a:gd name="T104" fmla="*/ 1262493572 w 176"/>
                <a:gd name="T105" fmla="*/ 1900112909 h 17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Lst>
              <a:ahLst/>
              <a:cxnLst>
                <a:cxn ang="T106">
                  <a:pos x="T0" y="T1"/>
                </a:cxn>
                <a:cxn ang="T107">
                  <a:pos x="T2" y="T3"/>
                </a:cxn>
                <a:cxn ang="T108">
                  <a:pos x="T4" y="T5"/>
                </a:cxn>
                <a:cxn ang="T109">
                  <a:pos x="T6" y="T7"/>
                </a:cxn>
                <a:cxn ang="T110">
                  <a:pos x="T8" y="T9"/>
                </a:cxn>
                <a:cxn ang="T111">
                  <a:pos x="T10" y="T11"/>
                </a:cxn>
                <a:cxn ang="T112">
                  <a:pos x="T12" y="T13"/>
                </a:cxn>
                <a:cxn ang="T113">
                  <a:pos x="T14" y="T15"/>
                </a:cxn>
                <a:cxn ang="T114">
                  <a:pos x="T16" y="T17"/>
                </a:cxn>
                <a:cxn ang="T115">
                  <a:pos x="T18" y="T19"/>
                </a:cxn>
                <a:cxn ang="T116">
                  <a:pos x="T20" y="T21"/>
                </a:cxn>
                <a:cxn ang="T117">
                  <a:pos x="T22" y="T23"/>
                </a:cxn>
                <a:cxn ang="T118">
                  <a:pos x="T24" y="T25"/>
                </a:cxn>
                <a:cxn ang="T119">
                  <a:pos x="T26" y="T27"/>
                </a:cxn>
                <a:cxn ang="T120">
                  <a:pos x="T28" y="T29"/>
                </a:cxn>
                <a:cxn ang="T121">
                  <a:pos x="T30" y="T31"/>
                </a:cxn>
                <a:cxn ang="T122">
                  <a:pos x="T32" y="T33"/>
                </a:cxn>
                <a:cxn ang="T123">
                  <a:pos x="T34" y="T35"/>
                </a:cxn>
                <a:cxn ang="T124">
                  <a:pos x="T36" y="T37"/>
                </a:cxn>
                <a:cxn ang="T125">
                  <a:pos x="T38" y="T39"/>
                </a:cxn>
                <a:cxn ang="T126">
                  <a:pos x="T40" y="T41"/>
                </a:cxn>
                <a:cxn ang="T127">
                  <a:pos x="T42" y="T43"/>
                </a:cxn>
                <a:cxn ang="T128">
                  <a:pos x="T44" y="T45"/>
                </a:cxn>
                <a:cxn ang="T129">
                  <a:pos x="T46" y="T47"/>
                </a:cxn>
                <a:cxn ang="T130">
                  <a:pos x="T48" y="T49"/>
                </a:cxn>
                <a:cxn ang="T131">
                  <a:pos x="T50" y="T51"/>
                </a:cxn>
                <a:cxn ang="T132">
                  <a:pos x="T52" y="T53"/>
                </a:cxn>
                <a:cxn ang="T133">
                  <a:pos x="T54" y="T55"/>
                </a:cxn>
                <a:cxn ang="T134">
                  <a:pos x="T56" y="T57"/>
                </a:cxn>
                <a:cxn ang="T135">
                  <a:pos x="T58" y="T59"/>
                </a:cxn>
                <a:cxn ang="T136">
                  <a:pos x="T60" y="T61"/>
                </a:cxn>
                <a:cxn ang="T137">
                  <a:pos x="T62" y="T63"/>
                </a:cxn>
                <a:cxn ang="T138">
                  <a:pos x="T64" y="T65"/>
                </a:cxn>
                <a:cxn ang="T139">
                  <a:pos x="T66" y="T67"/>
                </a:cxn>
                <a:cxn ang="T140">
                  <a:pos x="T68" y="T69"/>
                </a:cxn>
                <a:cxn ang="T141">
                  <a:pos x="T70" y="T71"/>
                </a:cxn>
                <a:cxn ang="T142">
                  <a:pos x="T72" y="T73"/>
                </a:cxn>
                <a:cxn ang="T143">
                  <a:pos x="T74" y="T75"/>
                </a:cxn>
                <a:cxn ang="T144">
                  <a:pos x="T76" y="T77"/>
                </a:cxn>
                <a:cxn ang="T145">
                  <a:pos x="T78" y="T79"/>
                </a:cxn>
                <a:cxn ang="T146">
                  <a:pos x="T80" y="T81"/>
                </a:cxn>
                <a:cxn ang="T147">
                  <a:pos x="T82" y="T83"/>
                </a:cxn>
                <a:cxn ang="T148">
                  <a:pos x="T84" y="T85"/>
                </a:cxn>
                <a:cxn ang="T149">
                  <a:pos x="T86" y="T87"/>
                </a:cxn>
                <a:cxn ang="T150">
                  <a:pos x="T88" y="T89"/>
                </a:cxn>
                <a:cxn ang="T151">
                  <a:pos x="T90" y="T91"/>
                </a:cxn>
                <a:cxn ang="T152">
                  <a:pos x="T92" y="T93"/>
                </a:cxn>
                <a:cxn ang="T153">
                  <a:pos x="T94" y="T95"/>
                </a:cxn>
                <a:cxn ang="T154">
                  <a:pos x="T96" y="T97"/>
                </a:cxn>
                <a:cxn ang="T155">
                  <a:pos x="T98" y="T99"/>
                </a:cxn>
                <a:cxn ang="T156">
                  <a:pos x="T100" y="T101"/>
                </a:cxn>
                <a:cxn ang="T157">
                  <a:pos x="T102" y="T103"/>
                </a:cxn>
                <a:cxn ang="T158">
                  <a:pos x="T104" y="T105"/>
                </a:cxn>
              </a:cxnLst>
              <a:rect l="0" t="0" r="r" b="b"/>
              <a:pathLst>
                <a:path w="176" h="176">
                  <a:moveTo>
                    <a:pt x="176" y="52"/>
                  </a:moveTo>
                  <a:cubicBezTo>
                    <a:pt x="176" y="51"/>
                    <a:pt x="176" y="50"/>
                    <a:pt x="175" y="50"/>
                  </a:cubicBezTo>
                  <a:cubicBezTo>
                    <a:pt x="175" y="50"/>
                    <a:pt x="175" y="50"/>
                    <a:pt x="175" y="50"/>
                  </a:cubicBezTo>
                  <a:cubicBezTo>
                    <a:pt x="175" y="49"/>
                    <a:pt x="175" y="49"/>
                    <a:pt x="175" y="49"/>
                  </a:cubicBezTo>
                  <a:cubicBezTo>
                    <a:pt x="175" y="49"/>
                    <a:pt x="175" y="49"/>
                    <a:pt x="175" y="49"/>
                  </a:cubicBezTo>
                  <a:cubicBezTo>
                    <a:pt x="127" y="2"/>
                    <a:pt x="127" y="2"/>
                    <a:pt x="127" y="2"/>
                  </a:cubicBezTo>
                  <a:cubicBezTo>
                    <a:pt x="127" y="2"/>
                    <a:pt x="127" y="2"/>
                    <a:pt x="127" y="2"/>
                  </a:cubicBezTo>
                  <a:cubicBezTo>
                    <a:pt x="126" y="1"/>
                    <a:pt x="125" y="0"/>
                    <a:pt x="124" y="0"/>
                  </a:cubicBezTo>
                  <a:cubicBezTo>
                    <a:pt x="52" y="0"/>
                    <a:pt x="52" y="0"/>
                    <a:pt x="52" y="0"/>
                  </a:cubicBezTo>
                  <a:cubicBezTo>
                    <a:pt x="51" y="0"/>
                    <a:pt x="50" y="1"/>
                    <a:pt x="49" y="2"/>
                  </a:cubicBezTo>
                  <a:cubicBezTo>
                    <a:pt x="49" y="2"/>
                    <a:pt x="49" y="2"/>
                    <a:pt x="49" y="2"/>
                  </a:cubicBezTo>
                  <a:cubicBezTo>
                    <a:pt x="1" y="49"/>
                    <a:pt x="1" y="49"/>
                    <a:pt x="1" y="49"/>
                  </a:cubicBezTo>
                  <a:cubicBezTo>
                    <a:pt x="1" y="49"/>
                    <a:pt x="1" y="49"/>
                    <a:pt x="1" y="49"/>
                  </a:cubicBezTo>
                  <a:cubicBezTo>
                    <a:pt x="1" y="50"/>
                    <a:pt x="1" y="50"/>
                    <a:pt x="1" y="50"/>
                  </a:cubicBezTo>
                  <a:cubicBezTo>
                    <a:pt x="1" y="50"/>
                    <a:pt x="1" y="50"/>
                    <a:pt x="1" y="50"/>
                  </a:cubicBezTo>
                  <a:cubicBezTo>
                    <a:pt x="0" y="50"/>
                    <a:pt x="0" y="51"/>
                    <a:pt x="0" y="52"/>
                  </a:cubicBezTo>
                  <a:cubicBezTo>
                    <a:pt x="0" y="53"/>
                    <a:pt x="0" y="54"/>
                    <a:pt x="1" y="54"/>
                  </a:cubicBezTo>
                  <a:cubicBezTo>
                    <a:pt x="1" y="55"/>
                    <a:pt x="1" y="55"/>
                    <a:pt x="1" y="55"/>
                  </a:cubicBezTo>
                  <a:cubicBezTo>
                    <a:pt x="85" y="175"/>
                    <a:pt x="85" y="175"/>
                    <a:pt x="85" y="175"/>
                  </a:cubicBezTo>
                  <a:cubicBezTo>
                    <a:pt x="85" y="174"/>
                    <a:pt x="85" y="174"/>
                    <a:pt x="85" y="174"/>
                  </a:cubicBezTo>
                  <a:cubicBezTo>
                    <a:pt x="86" y="175"/>
                    <a:pt x="87" y="176"/>
                    <a:pt x="88" y="176"/>
                  </a:cubicBezTo>
                  <a:cubicBezTo>
                    <a:pt x="89" y="176"/>
                    <a:pt x="90" y="175"/>
                    <a:pt x="91" y="174"/>
                  </a:cubicBezTo>
                  <a:cubicBezTo>
                    <a:pt x="91" y="175"/>
                    <a:pt x="91" y="175"/>
                    <a:pt x="91" y="175"/>
                  </a:cubicBezTo>
                  <a:cubicBezTo>
                    <a:pt x="175" y="55"/>
                    <a:pt x="175" y="55"/>
                    <a:pt x="175" y="55"/>
                  </a:cubicBezTo>
                  <a:cubicBezTo>
                    <a:pt x="175" y="54"/>
                    <a:pt x="175" y="54"/>
                    <a:pt x="175" y="54"/>
                  </a:cubicBezTo>
                  <a:cubicBezTo>
                    <a:pt x="176" y="54"/>
                    <a:pt x="176" y="53"/>
                    <a:pt x="176" y="52"/>
                  </a:cubicBezTo>
                  <a:moveTo>
                    <a:pt x="122" y="8"/>
                  </a:moveTo>
                  <a:cubicBezTo>
                    <a:pt x="162" y="48"/>
                    <a:pt x="162" y="48"/>
                    <a:pt x="162" y="48"/>
                  </a:cubicBezTo>
                  <a:cubicBezTo>
                    <a:pt x="126" y="48"/>
                    <a:pt x="126" y="48"/>
                    <a:pt x="126" y="48"/>
                  </a:cubicBezTo>
                  <a:cubicBezTo>
                    <a:pt x="106" y="8"/>
                    <a:pt x="106" y="8"/>
                    <a:pt x="106" y="8"/>
                  </a:cubicBezTo>
                  <a:lnTo>
                    <a:pt x="122" y="8"/>
                  </a:lnTo>
                  <a:close/>
                  <a:moveTo>
                    <a:pt x="98" y="8"/>
                  </a:moveTo>
                  <a:cubicBezTo>
                    <a:pt x="118" y="48"/>
                    <a:pt x="118" y="48"/>
                    <a:pt x="118" y="48"/>
                  </a:cubicBezTo>
                  <a:cubicBezTo>
                    <a:pt x="58" y="48"/>
                    <a:pt x="58" y="48"/>
                    <a:pt x="58" y="48"/>
                  </a:cubicBezTo>
                  <a:cubicBezTo>
                    <a:pt x="78" y="8"/>
                    <a:pt x="78" y="8"/>
                    <a:pt x="78" y="8"/>
                  </a:cubicBezTo>
                  <a:lnTo>
                    <a:pt x="98" y="8"/>
                  </a:lnTo>
                  <a:close/>
                  <a:moveTo>
                    <a:pt x="54" y="8"/>
                  </a:moveTo>
                  <a:cubicBezTo>
                    <a:pt x="70" y="8"/>
                    <a:pt x="70" y="8"/>
                    <a:pt x="70" y="8"/>
                  </a:cubicBezTo>
                  <a:cubicBezTo>
                    <a:pt x="50" y="48"/>
                    <a:pt x="50" y="48"/>
                    <a:pt x="50" y="48"/>
                  </a:cubicBezTo>
                  <a:cubicBezTo>
                    <a:pt x="14" y="48"/>
                    <a:pt x="14" y="48"/>
                    <a:pt x="14" y="48"/>
                  </a:cubicBezTo>
                  <a:lnTo>
                    <a:pt x="54" y="8"/>
                  </a:lnTo>
                  <a:close/>
                  <a:moveTo>
                    <a:pt x="12" y="56"/>
                  </a:moveTo>
                  <a:cubicBezTo>
                    <a:pt x="49" y="56"/>
                    <a:pt x="49" y="56"/>
                    <a:pt x="49" y="56"/>
                  </a:cubicBezTo>
                  <a:cubicBezTo>
                    <a:pt x="77" y="149"/>
                    <a:pt x="77" y="149"/>
                    <a:pt x="77" y="149"/>
                  </a:cubicBezTo>
                  <a:lnTo>
                    <a:pt x="12" y="56"/>
                  </a:lnTo>
                  <a:close/>
                  <a:moveTo>
                    <a:pt x="88" y="158"/>
                  </a:moveTo>
                  <a:cubicBezTo>
                    <a:pt x="57" y="56"/>
                    <a:pt x="57" y="56"/>
                    <a:pt x="57" y="56"/>
                  </a:cubicBezTo>
                  <a:cubicBezTo>
                    <a:pt x="119" y="56"/>
                    <a:pt x="119" y="56"/>
                    <a:pt x="119" y="56"/>
                  </a:cubicBezTo>
                  <a:lnTo>
                    <a:pt x="88" y="158"/>
                  </a:lnTo>
                  <a:close/>
                  <a:moveTo>
                    <a:pt x="99" y="149"/>
                  </a:moveTo>
                  <a:cubicBezTo>
                    <a:pt x="127" y="56"/>
                    <a:pt x="127" y="56"/>
                    <a:pt x="127" y="56"/>
                  </a:cubicBezTo>
                  <a:cubicBezTo>
                    <a:pt x="164" y="56"/>
                    <a:pt x="164" y="56"/>
                    <a:pt x="164" y="56"/>
                  </a:cubicBezTo>
                  <a:lnTo>
                    <a:pt x="99" y="149"/>
                  </a:lnTo>
                  <a:close/>
                </a:path>
              </a:pathLst>
            </a:custGeom>
            <a:solidFill>
              <a:schemeClr val="accent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s-ES"/>
            </a:p>
          </p:txBody>
        </p:sp>
        <p:sp>
          <p:nvSpPr>
            <p:cNvPr id="13329" name="TextBox 52">
              <a:extLst>
                <a:ext uri="{FF2B5EF4-FFF2-40B4-BE49-F238E27FC236}">
                  <a16:creationId xmlns:a16="http://schemas.microsoft.com/office/drawing/2014/main" id="{9A2D1223-91DF-F1FE-0F66-AA6C25D32A10}"/>
                </a:ext>
              </a:extLst>
            </p:cNvPr>
            <p:cNvSpPr txBox="1">
              <a:spLocks noChangeArrowheads="1"/>
            </p:cNvSpPr>
            <p:nvPr/>
          </p:nvSpPr>
          <p:spPr bwMode="auto">
            <a:xfrm>
              <a:off x="1369272" y="5094513"/>
              <a:ext cx="3583727" cy="31854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marL="341313" indent="-341313">
                <a:defRPr sz="2700">
                  <a:solidFill>
                    <a:schemeClr val="tx1"/>
                  </a:solidFill>
                  <a:latin typeface="Franklin Gothic Book" panose="020B0503020102020204" pitchFamily="34" charset="0"/>
                </a:defRPr>
              </a:lvl1pPr>
              <a:lvl2pPr marL="742950" indent="-285750">
                <a:defRPr sz="2700">
                  <a:solidFill>
                    <a:schemeClr val="tx1"/>
                  </a:solidFill>
                  <a:latin typeface="Franklin Gothic Book" panose="020B0503020102020204" pitchFamily="34" charset="0"/>
                </a:defRPr>
              </a:lvl2pPr>
              <a:lvl3pPr marL="1143000" indent="-228600">
                <a:defRPr sz="2700">
                  <a:solidFill>
                    <a:schemeClr val="tx1"/>
                  </a:solidFill>
                  <a:latin typeface="Franklin Gothic Book" panose="020B0503020102020204" pitchFamily="34" charset="0"/>
                </a:defRPr>
              </a:lvl3pPr>
              <a:lvl4pPr marL="1600200" indent="-228600">
                <a:defRPr sz="2700">
                  <a:solidFill>
                    <a:schemeClr val="tx1"/>
                  </a:solidFill>
                  <a:latin typeface="Franklin Gothic Book" panose="020B0503020102020204" pitchFamily="34" charset="0"/>
                </a:defRPr>
              </a:lvl4pPr>
              <a:lvl5pPr marL="2057400" indent="-228600">
                <a:defRPr sz="2700">
                  <a:solidFill>
                    <a:schemeClr val="tx1"/>
                  </a:solidFill>
                  <a:latin typeface="Franklin Gothic Book" panose="020B0503020102020204" pitchFamily="34" charset="0"/>
                </a:defRPr>
              </a:lvl5pPr>
              <a:lvl6pPr marL="2514600" indent="-228600" defTabSz="1370013" eaLnBrk="0" fontAlgn="base" hangingPunct="0">
                <a:spcBef>
                  <a:spcPct val="0"/>
                </a:spcBef>
                <a:spcAft>
                  <a:spcPct val="0"/>
                </a:spcAft>
                <a:defRPr sz="2700">
                  <a:solidFill>
                    <a:schemeClr val="tx1"/>
                  </a:solidFill>
                  <a:latin typeface="Franklin Gothic Book" panose="020B0503020102020204" pitchFamily="34" charset="0"/>
                </a:defRPr>
              </a:lvl6pPr>
              <a:lvl7pPr marL="2971800" indent="-228600" defTabSz="1370013" eaLnBrk="0" fontAlgn="base" hangingPunct="0">
                <a:spcBef>
                  <a:spcPct val="0"/>
                </a:spcBef>
                <a:spcAft>
                  <a:spcPct val="0"/>
                </a:spcAft>
                <a:defRPr sz="2700">
                  <a:solidFill>
                    <a:schemeClr val="tx1"/>
                  </a:solidFill>
                  <a:latin typeface="Franklin Gothic Book" panose="020B0503020102020204" pitchFamily="34" charset="0"/>
                </a:defRPr>
              </a:lvl7pPr>
              <a:lvl8pPr marL="3429000" indent="-228600" defTabSz="1370013" eaLnBrk="0" fontAlgn="base" hangingPunct="0">
                <a:spcBef>
                  <a:spcPct val="0"/>
                </a:spcBef>
                <a:spcAft>
                  <a:spcPct val="0"/>
                </a:spcAft>
                <a:defRPr sz="2700">
                  <a:solidFill>
                    <a:schemeClr val="tx1"/>
                  </a:solidFill>
                  <a:latin typeface="Franklin Gothic Book" panose="020B0503020102020204" pitchFamily="34" charset="0"/>
                </a:defRPr>
              </a:lvl8pPr>
              <a:lvl9pPr marL="3886200" indent="-228600" defTabSz="1370013" eaLnBrk="0" fontAlgn="base" hangingPunct="0">
                <a:spcBef>
                  <a:spcPct val="0"/>
                </a:spcBef>
                <a:spcAft>
                  <a:spcPct val="0"/>
                </a:spcAft>
                <a:defRPr sz="2700">
                  <a:solidFill>
                    <a:schemeClr val="tx1"/>
                  </a:solidFill>
                  <a:latin typeface="Franklin Gothic Book" panose="020B0503020102020204" pitchFamily="34" charset="0"/>
                </a:defRPr>
              </a:lvl9pPr>
            </a:lstStyle>
            <a:p>
              <a:pPr eaLnBrk="1" hangingPunct="1">
                <a:spcAft>
                  <a:spcPts val="1000"/>
                </a:spcAft>
                <a:buClr>
                  <a:schemeClr val="accent1"/>
                </a:buClr>
                <a:buFont typeface="Wingdings" panose="05000000000000000000" pitchFamily="2" charset="2"/>
                <a:buChar char="ü"/>
              </a:pPr>
              <a:r>
                <a:rPr lang="es-ES_tradnl" altLang="es-ES" sz="1900">
                  <a:solidFill>
                    <a:schemeClr val="tx2"/>
                  </a:solidFill>
                </a:rPr>
                <a:t>Regresión Logística y Árbol de Decisión (referencia)</a:t>
              </a:r>
            </a:p>
            <a:p>
              <a:pPr eaLnBrk="1" hangingPunct="1">
                <a:spcAft>
                  <a:spcPts val="1000"/>
                </a:spcAft>
                <a:buClr>
                  <a:schemeClr val="accent1"/>
                </a:buClr>
                <a:buFont typeface="Wingdings" panose="05000000000000000000" pitchFamily="2" charset="2"/>
                <a:buChar char="ü"/>
              </a:pPr>
              <a:r>
                <a:rPr lang="es-ES_tradnl" altLang="es-ES" sz="1900">
                  <a:solidFill>
                    <a:schemeClr val="tx2"/>
                  </a:solidFill>
                </a:rPr>
                <a:t>Random Forest (bagging)</a:t>
              </a:r>
            </a:p>
            <a:p>
              <a:pPr eaLnBrk="1" hangingPunct="1">
                <a:spcAft>
                  <a:spcPts val="1000"/>
                </a:spcAft>
                <a:buClr>
                  <a:schemeClr val="accent1"/>
                </a:buClr>
                <a:buFont typeface="Wingdings" panose="05000000000000000000" pitchFamily="2" charset="2"/>
                <a:buChar char="ü"/>
              </a:pPr>
              <a:r>
                <a:rPr lang="es-ES_tradnl" altLang="es-ES" sz="1900">
                  <a:solidFill>
                    <a:schemeClr val="tx2"/>
                  </a:solidFill>
                </a:rPr>
                <a:t>XGBoost y LightGBM (boosting)</a:t>
              </a:r>
            </a:p>
          </p:txBody>
        </p:sp>
      </p:grpSp>
      <p:sp>
        <p:nvSpPr>
          <p:cNvPr id="43" name="TextBox 42">
            <a:extLst>
              <a:ext uri="{FF2B5EF4-FFF2-40B4-BE49-F238E27FC236}">
                <a16:creationId xmlns:a16="http://schemas.microsoft.com/office/drawing/2014/main" id="{4AB93D08-7EEF-7AEE-D61F-80B83FB3F12C}"/>
              </a:ext>
            </a:extLst>
          </p:cNvPr>
          <p:cNvSpPr txBox="1"/>
          <p:nvPr/>
        </p:nvSpPr>
        <p:spPr>
          <a:xfrm>
            <a:off x="5357813" y="3709988"/>
            <a:ext cx="3640137" cy="647700"/>
          </a:xfrm>
          <a:prstGeom prst="rect">
            <a:avLst/>
          </a:prstGeom>
          <a:noFill/>
        </p:spPr>
        <p:txBody>
          <a:bodyPr>
            <a:spAutoFit/>
          </a:bodyPr>
          <a:lstStyle/>
          <a:p>
            <a:pPr defTabSz="1371408" eaLnBrk="1" fontAlgn="auto" hangingPunct="1">
              <a:spcBef>
                <a:spcPts val="0"/>
              </a:spcBef>
              <a:spcAft>
                <a:spcPts val="0"/>
              </a:spcAft>
              <a:defRPr/>
            </a:pPr>
            <a:r>
              <a:rPr lang="es-ES_tradnl" sz="2600" err="1">
                <a:solidFill>
                  <a:srgbClr val="00566C"/>
                </a:solidFill>
                <a:latin typeface="+mj-lt"/>
              </a:rPr>
              <a:t>Resampling</a:t>
            </a:r>
          </a:p>
        </p:txBody>
      </p:sp>
      <p:sp>
        <p:nvSpPr>
          <p:cNvPr id="47" name="Freeform 441">
            <a:extLst>
              <a:ext uri="{FF2B5EF4-FFF2-40B4-BE49-F238E27FC236}">
                <a16:creationId xmlns:a16="http://schemas.microsoft.com/office/drawing/2014/main" id="{ED40024D-125D-4961-C712-28F6A0A8AB19}"/>
              </a:ext>
            </a:extLst>
          </p:cNvPr>
          <p:cNvSpPr>
            <a:spLocks noEditPoints="1"/>
          </p:cNvSpPr>
          <p:nvPr/>
        </p:nvSpPr>
        <p:spPr bwMode="auto">
          <a:xfrm>
            <a:off x="5357813" y="2933700"/>
            <a:ext cx="573087" cy="573088"/>
          </a:xfrm>
          <a:custGeom>
            <a:avLst/>
            <a:gdLst>
              <a:gd name="T0" fmla="*/ 176 w 176"/>
              <a:gd name="T1" fmla="*/ 52 h 176"/>
              <a:gd name="T2" fmla="*/ 124 w 176"/>
              <a:gd name="T3" fmla="*/ 0 h 176"/>
              <a:gd name="T4" fmla="*/ 88 w 176"/>
              <a:gd name="T5" fmla="*/ 15 h 176"/>
              <a:gd name="T6" fmla="*/ 52 w 176"/>
              <a:gd name="T7" fmla="*/ 0 h 176"/>
              <a:gd name="T8" fmla="*/ 0 w 176"/>
              <a:gd name="T9" fmla="*/ 52 h 176"/>
              <a:gd name="T10" fmla="*/ 0 w 176"/>
              <a:gd name="T11" fmla="*/ 58 h 176"/>
              <a:gd name="T12" fmla="*/ 88 w 176"/>
              <a:gd name="T13" fmla="*/ 176 h 176"/>
              <a:gd name="T14" fmla="*/ 176 w 176"/>
              <a:gd name="T15" fmla="*/ 58 h 176"/>
              <a:gd name="T16" fmla="*/ 176 w 176"/>
              <a:gd name="T17" fmla="*/ 52 h 176"/>
              <a:gd name="T18" fmla="*/ 168 w 176"/>
              <a:gd name="T19" fmla="*/ 57 h 176"/>
              <a:gd name="T20" fmla="*/ 88 w 176"/>
              <a:gd name="T21" fmla="*/ 167 h 176"/>
              <a:gd name="T22" fmla="*/ 8 w 176"/>
              <a:gd name="T23" fmla="*/ 57 h 176"/>
              <a:gd name="T24" fmla="*/ 8 w 176"/>
              <a:gd name="T25" fmla="*/ 52 h 176"/>
              <a:gd name="T26" fmla="*/ 52 w 176"/>
              <a:gd name="T27" fmla="*/ 8 h 176"/>
              <a:gd name="T28" fmla="*/ 82 w 176"/>
              <a:gd name="T29" fmla="*/ 20 h 176"/>
              <a:gd name="T30" fmla="*/ 86 w 176"/>
              <a:gd name="T31" fmla="*/ 24 h 176"/>
              <a:gd name="T32" fmla="*/ 72 w 176"/>
              <a:gd name="T33" fmla="*/ 56 h 176"/>
              <a:gd name="T34" fmla="*/ 92 w 176"/>
              <a:gd name="T35" fmla="*/ 80 h 176"/>
              <a:gd name="T36" fmla="*/ 76 w 176"/>
              <a:gd name="T37" fmla="*/ 116 h 176"/>
              <a:gd name="T38" fmla="*/ 88 w 176"/>
              <a:gd name="T39" fmla="*/ 136 h 176"/>
              <a:gd name="T40" fmla="*/ 85 w 176"/>
              <a:gd name="T41" fmla="*/ 116 h 176"/>
              <a:gd name="T42" fmla="*/ 101 w 176"/>
              <a:gd name="T43" fmla="*/ 78 h 176"/>
              <a:gd name="T44" fmla="*/ 82 w 176"/>
              <a:gd name="T45" fmla="*/ 55 h 176"/>
              <a:gd name="T46" fmla="*/ 98 w 176"/>
              <a:gd name="T47" fmla="*/ 16 h 176"/>
              <a:gd name="T48" fmla="*/ 124 w 176"/>
              <a:gd name="T49" fmla="*/ 8 h 176"/>
              <a:gd name="T50" fmla="*/ 168 w 176"/>
              <a:gd name="T51" fmla="*/ 52 h 176"/>
              <a:gd name="T52" fmla="*/ 168 w 176"/>
              <a:gd name="T53" fmla="*/ 57 h 1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176" h="176">
                <a:moveTo>
                  <a:pt x="176" y="52"/>
                </a:moveTo>
                <a:cubicBezTo>
                  <a:pt x="176" y="23"/>
                  <a:pt x="153" y="0"/>
                  <a:pt x="124" y="0"/>
                </a:cubicBezTo>
                <a:cubicBezTo>
                  <a:pt x="110" y="0"/>
                  <a:pt x="97" y="6"/>
                  <a:pt x="88" y="15"/>
                </a:cubicBezTo>
                <a:cubicBezTo>
                  <a:pt x="79" y="6"/>
                  <a:pt x="66" y="0"/>
                  <a:pt x="52" y="0"/>
                </a:cubicBezTo>
                <a:cubicBezTo>
                  <a:pt x="23" y="0"/>
                  <a:pt x="0" y="23"/>
                  <a:pt x="0" y="52"/>
                </a:cubicBezTo>
                <a:cubicBezTo>
                  <a:pt x="0" y="55"/>
                  <a:pt x="1" y="59"/>
                  <a:pt x="0" y="58"/>
                </a:cubicBezTo>
                <a:cubicBezTo>
                  <a:pt x="6" y="109"/>
                  <a:pt x="80" y="176"/>
                  <a:pt x="88" y="176"/>
                </a:cubicBezTo>
                <a:cubicBezTo>
                  <a:pt x="96" y="176"/>
                  <a:pt x="170" y="109"/>
                  <a:pt x="176" y="58"/>
                </a:cubicBezTo>
                <a:cubicBezTo>
                  <a:pt x="175" y="59"/>
                  <a:pt x="176" y="55"/>
                  <a:pt x="176" y="52"/>
                </a:cubicBezTo>
                <a:moveTo>
                  <a:pt x="168" y="57"/>
                </a:moveTo>
                <a:cubicBezTo>
                  <a:pt x="163" y="100"/>
                  <a:pt x="103" y="158"/>
                  <a:pt x="88" y="167"/>
                </a:cubicBezTo>
                <a:cubicBezTo>
                  <a:pt x="73" y="158"/>
                  <a:pt x="13" y="100"/>
                  <a:pt x="8" y="57"/>
                </a:cubicBezTo>
                <a:cubicBezTo>
                  <a:pt x="8" y="57"/>
                  <a:pt x="8" y="55"/>
                  <a:pt x="8" y="52"/>
                </a:cubicBezTo>
                <a:cubicBezTo>
                  <a:pt x="8" y="28"/>
                  <a:pt x="28" y="8"/>
                  <a:pt x="52" y="8"/>
                </a:cubicBezTo>
                <a:cubicBezTo>
                  <a:pt x="63" y="8"/>
                  <a:pt x="74" y="12"/>
                  <a:pt x="82" y="20"/>
                </a:cubicBezTo>
                <a:cubicBezTo>
                  <a:pt x="86" y="24"/>
                  <a:pt x="86" y="24"/>
                  <a:pt x="86" y="24"/>
                </a:cubicBezTo>
                <a:cubicBezTo>
                  <a:pt x="72" y="56"/>
                  <a:pt x="72" y="56"/>
                  <a:pt x="72" y="56"/>
                </a:cubicBezTo>
                <a:cubicBezTo>
                  <a:pt x="92" y="80"/>
                  <a:pt x="92" y="80"/>
                  <a:pt x="92" y="80"/>
                </a:cubicBezTo>
                <a:cubicBezTo>
                  <a:pt x="76" y="116"/>
                  <a:pt x="76" y="116"/>
                  <a:pt x="76" y="116"/>
                </a:cubicBezTo>
                <a:cubicBezTo>
                  <a:pt x="88" y="136"/>
                  <a:pt x="88" y="136"/>
                  <a:pt x="88" y="136"/>
                </a:cubicBezTo>
                <a:cubicBezTo>
                  <a:pt x="85" y="116"/>
                  <a:pt x="85" y="116"/>
                  <a:pt x="85" y="116"/>
                </a:cubicBezTo>
                <a:cubicBezTo>
                  <a:pt x="101" y="78"/>
                  <a:pt x="101" y="78"/>
                  <a:pt x="101" y="78"/>
                </a:cubicBezTo>
                <a:cubicBezTo>
                  <a:pt x="82" y="55"/>
                  <a:pt x="82" y="55"/>
                  <a:pt x="82" y="55"/>
                </a:cubicBezTo>
                <a:cubicBezTo>
                  <a:pt x="98" y="16"/>
                  <a:pt x="98" y="16"/>
                  <a:pt x="98" y="16"/>
                </a:cubicBezTo>
                <a:cubicBezTo>
                  <a:pt x="106" y="11"/>
                  <a:pt x="115" y="8"/>
                  <a:pt x="124" y="8"/>
                </a:cubicBezTo>
                <a:cubicBezTo>
                  <a:pt x="148" y="8"/>
                  <a:pt x="168" y="28"/>
                  <a:pt x="168" y="52"/>
                </a:cubicBezTo>
                <a:cubicBezTo>
                  <a:pt x="168" y="55"/>
                  <a:pt x="168" y="57"/>
                  <a:pt x="168" y="57"/>
                </a:cubicBezTo>
              </a:path>
            </a:pathLst>
          </a:custGeom>
          <a:solidFill>
            <a:schemeClr val="accent5"/>
          </a:solidFill>
          <a:ln>
            <a:noFill/>
          </a:ln>
        </p:spPr>
        <p:txBody>
          <a:bodyPr/>
          <a:lstStyle/>
          <a:p>
            <a:pPr defTabSz="1371408" eaLnBrk="1" fontAlgn="auto" hangingPunct="1">
              <a:spcBef>
                <a:spcPts val="0"/>
              </a:spcBef>
              <a:spcAft>
                <a:spcPts val="0"/>
              </a:spcAft>
              <a:defRPr/>
            </a:pPr>
            <a:endParaRPr lang="uk-UA">
              <a:latin typeface="+mn-lt"/>
            </a:endParaRPr>
          </a:p>
        </p:txBody>
      </p:sp>
      <p:sp>
        <p:nvSpPr>
          <p:cNvPr id="13318" name="TextBox 53">
            <a:extLst>
              <a:ext uri="{FF2B5EF4-FFF2-40B4-BE49-F238E27FC236}">
                <a16:creationId xmlns:a16="http://schemas.microsoft.com/office/drawing/2014/main" id="{9FD3894D-8C93-FA9D-C4CB-A9B2E2D66EBF}"/>
              </a:ext>
            </a:extLst>
          </p:cNvPr>
          <p:cNvSpPr txBox="1">
            <a:spLocks noChangeArrowheads="1"/>
          </p:cNvSpPr>
          <p:nvPr/>
        </p:nvSpPr>
        <p:spPr bwMode="auto">
          <a:xfrm>
            <a:off x="5357813" y="4738688"/>
            <a:ext cx="3582987" cy="31845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marL="341313" indent="-341313">
              <a:defRPr sz="2700">
                <a:solidFill>
                  <a:schemeClr val="tx1"/>
                </a:solidFill>
                <a:latin typeface="Franklin Gothic Book" panose="020B0503020102020204" pitchFamily="34" charset="0"/>
              </a:defRPr>
            </a:lvl1pPr>
            <a:lvl2pPr marL="742950" indent="-285750">
              <a:defRPr sz="2700">
                <a:solidFill>
                  <a:schemeClr val="tx1"/>
                </a:solidFill>
                <a:latin typeface="Franklin Gothic Book" panose="020B0503020102020204" pitchFamily="34" charset="0"/>
              </a:defRPr>
            </a:lvl2pPr>
            <a:lvl3pPr marL="1143000" indent="-228600">
              <a:defRPr sz="2700">
                <a:solidFill>
                  <a:schemeClr val="tx1"/>
                </a:solidFill>
                <a:latin typeface="Franklin Gothic Book" panose="020B0503020102020204" pitchFamily="34" charset="0"/>
              </a:defRPr>
            </a:lvl3pPr>
            <a:lvl4pPr marL="1600200" indent="-228600">
              <a:defRPr sz="2700">
                <a:solidFill>
                  <a:schemeClr val="tx1"/>
                </a:solidFill>
                <a:latin typeface="Franklin Gothic Book" panose="020B0503020102020204" pitchFamily="34" charset="0"/>
              </a:defRPr>
            </a:lvl4pPr>
            <a:lvl5pPr marL="2057400" indent="-228600">
              <a:defRPr sz="2700">
                <a:solidFill>
                  <a:schemeClr val="tx1"/>
                </a:solidFill>
                <a:latin typeface="Franklin Gothic Book" panose="020B0503020102020204" pitchFamily="34" charset="0"/>
              </a:defRPr>
            </a:lvl5pPr>
            <a:lvl6pPr marL="2514600" indent="-228600" defTabSz="1370013" eaLnBrk="0" fontAlgn="base" hangingPunct="0">
              <a:spcBef>
                <a:spcPct val="0"/>
              </a:spcBef>
              <a:spcAft>
                <a:spcPct val="0"/>
              </a:spcAft>
              <a:defRPr sz="2700">
                <a:solidFill>
                  <a:schemeClr val="tx1"/>
                </a:solidFill>
                <a:latin typeface="Franklin Gothic Book" panose="020B0503020102020204" pitchFamily="34" charset="0"/>
              </a:defRPr>
            </a:lvl6pPr>
            <a:lvl7pPr marL="2971800" indent="-228600" defTabSz="1370013" eaLnBrk="0" fontAlgn="base" hangingPunct="0">
              <a:spcBef>
                <a:spcPct val="0"/>
              </a:spcBef>
              <a:spcAft>
                <a:spcPct val="0"/>
              </a:spcAft>
              <a:defRPr sz="2700">
                <a:solidFill>
                  <a:schemeClr val="tx1"/>
                </a:solidFill>
                <a:latin typeface="Franklin Gothic Book" panose="020B0503020102020204" pitchFamily="34" charset="0"/>
              </a:defRPr>
            </a:lvl7pPr>
            <a:lvl8pPr marL="3429000" indent="-228600" defTabSz="1370013" eaLnBrk="0" fontAlgn="base" hangingPunct="0">
              <a:spcBef>
                <a:spcPct val="0"/>
              </a:spcBef>
              <a:spcAft>
                <a:spcPct val="0"/>
              </a:spcAft>
              <a:defRPr sz="2700">
                <a:solidFill>
                  <a:schemeClr val="tx1"/>
                </a:solidFill>
                <a:latin typeface="Franklin Gothic Book" panose="020B0503020102020204" pitchFamily="34" charset="0"/>
              </a:defRPr>
            </a:lvl8pPr>
            <a:lvl9pPr marL="3886200" indent="-228600" defTabSz="1370013" eaLnBrk="0" fontAlgn="base" hangingPunct="0">
              <a:spcBef>
                <a:spcPct val="0"/>
              </a:spcBef>
              <a:spcAft>
                <a:spcPct val="0"/>
              </a:spcAft>
              <a:defRPr sz="2700">
                <a:solidFill>
                  <a:schemeClr val="tx1"/>
                </a:solidFill>
                <a:latin typeface="Franklin Gothic Book" panose="020B0503020102020204" pitchFamily="34" charset="0"/>
              </a:defRPr>
            </a:lvl9pPr>
          </a:lstStyle>
          <a:p>
            <a:pPr eaLnBrk="1" hangingPunct="1">
              <a:spcAft>
                <a:spcPts val="1000"/>
              </a:spcAft>
              <a:buClr>
                <a:schemeClr val="tx1"/>
              </a:buClr>
              <a:buFont typeface="Courier New" panose="02070309020205020404" pitchFamily="49" charset="0"/>
              <a:buChar char="o"/>
            </a:pPr>
            <a:r>
              <a:rPr lang="es-ES_tradnl" altLang="es-ES" sz="1900">
                <a:solidFill>
                  <a:schemeClr val="tx2"/>
                </a:solidFill>
              </a:rPr>
              <a:t>Sin tratamiento: pesos de clase internos</a:t>
            </a:r>
          </a:p>
          <a:p>
            <a:pPr eaLnBrk="1" hangingPunct="1">
              <a:spcAft>
                <a:spcPts val="1000"/>
              </a:spcAft>
              <a:buClr>
                <a:schemeClr val="tx1"/>
              </a:buClr>
              <a:buFont typeface="Courier New" panose="02070309020205020404" pitchFamily="49" charset="0"/>
              <a:buChar char="o"/>
            </a:pPr>
            <a:r>
              <a:rPr lang="es-ES_tradnl" altLang="es-ES" sz="1900">
                <a:solidFill>
                  <a:schemeClr val="tx2"/>
                </a:solidFill>
              </a:rPr>
              <a:t>SMOTE (k = 5)</a:t>
            </a:r>
          </a:p>
          <a:p>
            <a:pPr eaLnBrk="1" hangingPunct="1">
              <a:spcAft>
                <a:spcPts val="1000"/>
              </a:spcAft>
              <a:buClr>
                <a:schemeClr val="tx1"/>
              </a:buClr>
              <a:buFont typeface="Courier New" panose="02070309020205020404" pitchFamily="49" charset="0"/>
              <a:buChar char="o"/>
            </a:pPr>
            <a:r>
              <a:rPr lang="es-ES_tradnl" altLang="es-ES" sz="1900">
                <a:solidFill>
                  <a:schemeClr val="tx2"/>
                </a:solidFill>
              </a:rPr>
              <a:t>ADASYN (n = 5)</a:t>
            </a:r>
          </a:p>
        </p:txBody>
      </p:sp>
      <p:grpSp>
        <p:nvGrpSpPr>
          <p:cNvPr id="13319" name="Group 61">
            <a:extLst>
              <a:ext uri="{FF2B5EF4-FFF2-40B4-BE49-F238E27FC236}">
                <a16:creationId xmlns:a16="http://schemas.microsoft.com/office/drawing/2014/main" id="{C3156ACE-08A6-4BFF-3949-13B9A5156286}"/>
              </a:ext>
            </a:extLst>
          </p:cNvPr>
          <p:cNvGrpSpPr>
            <a:grpSpLocks/>
          </p:cNvGrpSpPr>
          <p:nvPr/>
        </p:nvGrpSpPr>
        <p:grpSpPr bwMode="auto">
          <a:xfrm>
            <a:off x="9290050" y="2933700"/>
            <a:ext cx="3695700" cy="4989513"/>
            <a:chOff x="9194237" y="3290036"/>
            <a:chExt cx="3694492" cy="4989964"/>
          </a:xfrm>
        </p:grpSpPr>
        <p:sp>
          <p:nvSpPr>
            <p:cNvPr id="41" name="TextBox 40">
              <a:extLst>
                <a:ext uri="{FF2B5EF4-FFF2-40B4-BE49-F238E27FC236}">
                  <a16:creationId xmlns:a16="http://schemas.microsoft.com/office/drawing/2014/main" id="{F545AE57-778F-715E-50D0-4ADC80B9A4A0}"/>
                </a:ext>
              </a:extLst>
            </p:cNvPr>
            <p:cNvSpPr txBox="1"/>
            <p:nvPr/>
          </p:nvSpPr>
          <p:spPr>
            <a:xfrm>
              <a:off x="9194237" y="4060044"/>
              <a:ext cx="3694492" cy="646170"/>
            </a:xfrm>
            <a:prstGeom prst="rect">
              <a:avLst/>
            </a:prstGeom>
            <a:noFill/>
          </p:spPr>
          <p:txBody>
            <a:bodyPr>
              <a:spAutoFit/>
            </a:bodyPr>
            <a:lstStyle/>
            <a:p>
              <a:pPr defTabSz="1371408" eaLnBrk="1" fontAlgn="auto" hangingPunct="1">
                <a:spcBef>
                  <a:spcPts val="0"/>
                </a:spcBef>
                <a:spcAft>
                  <a:spcPts val="0"/>
                </a:spcAft>
                <a:defRPr/>
              </a:pPr>
              <a:r>
                <a:rPr lang="es-ES_tradnl" sz="2600" err="1">
                  <a:solidFill>
                    <a:schemeClr val="accent1"/>
                  </a:solidFill>
                  <a:latin typeface="+mj-lt"/>
                </a:rPr>
                <a:t>Validación</a:t>
              </a:r>
            </a:p>
          </p:txBody>
        </p:sp>
        <p:sp>
          <p:nvSpPr>
            <p:cNvPr id="13325" name="Freeform 355">
              <a:extLst>
                <a:ext uri="{FF2B5EF4-FFF2-40B4-BE49-F238E27FC236}">
                  <a16:creationId xmlns:a16="http://schemas.microsoft.com/office/drawing/2014/main" id="{724FCC71-BF36-0C27-7181-39B49BE702FB}"/>
                </a:ext>
              </a:extLst>
            </p:cNvPr>
            <p:cNvSpPr>
              <a:spLocks noEditPoints="1"/>
            </p:cNvSpPr>
            <p:nvPr/>
          </p:nvSpPr>
          <p:spPr bwMode="auto">
            <a:xfrm>
              <a:off x="9194237" y="3290036"/>
              <a:ext cx="614728" cy="628384"/>
            </a:xfrm>
            <a:custGeom>
              <a:avLst/>
              <a:gdLst>
                <a:gd name="T0" fmla="*/ 585573826 w 176"/>
                <a:gd name="T1" fmla="*/ 611878209 h 176"/>
                <a:gd name="T2" fmla="*/ 378183460 w 176"/>
                <a:gd name="T3" fmla="*/ 331433286 h 176"/>
                <a:gd name="T4" fmla="*/ 317185677 w 176"/>
                <a:gd name="T5" fmla="*/ 395171418 h 176"/>
                <a:gd name="T6" fmla="*/ 390383715 w 176"/>
                <a:gd name="T7" fmla="*/ 1121779692 h 176"/>
                <a:gd name="T8" fmla="*/ 48797528 w 176"/>
                <a:gd name="T9" fmla="*/ 1070791329 h 176"/>
                <a:gd name="T10" fmla="*/ 48797528 w 176"/>
                <a:gd name="T11" fmla="*/ 1172768055 h 176"/>
                <a:gd name="T12" fmla="*/ 390383715 w 176"/>
                <a:gd name="T13" fmla="*/ 1121779692 h 176"/>
                <a:gd name="T14" fmla="*/ 1122350124 w 176"/>
                <a:gd name="T15" fmla="*/ 356929253 h 176"/>
                <a:gd name="T16" fmla="*/ 1073552597 w 176"/>
                <a:gd name="T17" fmla="*/ 0 h 176"/>
                <a:gd name="T18" fmla="*/ 1024755069 w 176"/>
                <a:gd name="T19" fmla="*/ 356929253 h 176"/>
                <a:gd name="T20" fmla="*/ 1622529150 w 176"/>
                <a:gd name="T21" fmla="*/ 611878209 h 176"/>
                <a:gd name="T22" fmla="*/ 1829919516 w 176"/>
                <a:gd name="T23" fmla="*/ 331433286 h 176"/>
                <a:gd name="T24" fmla="*/ 1561531367 w 176"/>
                <a:gd name="T25" fmla="*/ 548143648 h 176"/>
                <a:gd name="T26" fmla="*/ 1622529150 w 176"/>
                <a:gd name="T27" fmla="*/ 611878209 h 176"/>
                <a:gd name="T28" fmla="*/ 317185677 w 176"/>
                <a:gd name="T29" fmla="*/ 1848387966 h 176"/>
                <a:gd name="T30" fmla="*/ 378183460 w 176"/>
                <a:gd name="T31" fmla="*/ 1912126097 h 176"/>
                <a:gd name="T32" fmla="*/ 585573826 w 176"/>
                <a:gd name="T33" fmla="*/ 1631681174 h 176"/>
                <a:gd name="T34" fmla="*/ 2098307665 w 176"/>
                <a:gd name="T35" fmla="*/ 1070791329 h 176"/>
                <a:gd name="T36" fmla="*/ 1756721478 w 176"/>
                <a:gd name="T37" fmla="*/ 1121779692 h 176"/>
                <a:gd name="T38" fmla="*/ 2098307665 w 176"/>
                <a:gd name="T39" fmla="*/ 1172768055 h 176"/>
                <a:gd name="T40" fmla="*/ 2098307665 w 176"/>
                <a:gd name="T41" fmla="*/ 1070791329 h 176"/>
                <a:gd name="T42" fmla="*/ 1561531367 w 176"/>
                <a:gd name="T43" fmla="*/ 1631681174 h 176"/>
                <a:gd name="T44" fmla="*/ 1768921733 w 176"/>
                <a:gd name="T45" fmla="*/ 1912126097 h 176"/>
                <a:gd name="T46" fmla="*/ 1829919516 w 176"/>
                <a:gd name="T47" fmla="*/ 1848387966 h 176"/>
                <a:gd name="T48" fmla="*/ 1073552597 w 176"/>
                <a:gd name="T49" fmla="*/ 509901483 h 176"/>
                <a:gd name="T50" fmla="*/ 1073552597 w 176"/>
                <a:gd name="T51" fmla="*/ 1733657901 h 176"/>
                <a:gd name="T52" fmla="*/ 1073552597 w 176"/>
                <a:gd name="T53" fmla="*/ 509901483 h 176"/>
                <a:gd name="T54" fmla="*/ 585573826 w 176"/>
                <a:gd name="T55" fmla="*/ 1121779692 h 176"/>
                <a:gd name="T56" fmla="*/ 1561531367 w 176"/>
                <a:gd name="T57" fmla="*/ 1121779692 h 176"/>
                <a:gd name="T58" fmla="*/ 1073552597 w 176"/>
                <a:gd name="T59" fmla="*/ 1835638197 h 176"/>
                <a:gd name="T60" fmla="*/ 1024755069 w 176"/>
                <a:gd name="T61" fmla="*/ 2147483646 h 176"/>
                <a:gd name="T62" fmla="*/ 1122350124 w 176"/>
                <a:gd name="T63" fmla="*/ 2147483646 h 176"/>
                <a:gd name="T64" fmla="*/ 1073552597 w 176"/>
                <a:gd name="T65" fmla="*/ 1835638197 h 17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Lst>
              <a:ahLst/>
              <a:cxnLst>
                <a:cxn ang="T66">
                  <a:pos x="T0" y="T1"/>
                </a:cxn>
                <a:cxn ang="T67">
                  <a:pos x="T2" y="T3"/>
                </a:cxn>
                <a:cxn ang="T68">
                  <a:pos x="T4" y="T5"/>
                </a:cxn>
                <a:cxn ang="T69">
                  <a:pos x="T6" y="T7"/>
                </a:cxn>
                <a:cxn ang="T70">
                  <a:pos x="T8" y="T9"/>
                </a:cxn>
                <a:cxn ang="T71">
                  <a:pos x="T10" y="T11"/>
                </a:cxn>
                <a:cxn ang="T72">
                  <a:pos x="T12" y="T13"/>
                </a:cxn>
                <a:cxn ang="T73">
                  <a:pos x="T14" y="T15"/>
                </a:cxn>
                <a:cxn ang="T74">
                  <a:pos x="T16" y="T17"/>
                </a:cxn>
                <a:cxn ang="T75">
                  <a:pos x="T18" y="T19"/>
                </a:cxn>
                <a:cxn ang="T76">
                  <a:pos x="T20" y="T21"/>
                </a:cxn>
                <a:cxn ang="T77">
                  <a:pos x="T22" y="T23"/>
                </a:cxn>
                <a:cxn ang="T78">
                  <a:pos x="T24" y="T25"/>
                </a:cxn>
                <a:cxn ang="T79">
                  <a:pos x="T26" y="T27"/>
                </a:cxn>
                <a:cxn ang="T80">
                  <a:pos x="T28" y="T29"/>
                </a:cxn>
                <a:cxn ang="T81">
                  <a:pos x="T30" y="T31"/>
                </a:cxn>
                <a:cxn ang="T82">
                  <a:pos x="T32" y="T33"/>
                </a:cxn>
                <a:cxn ang="T83">
                  <a:pos x="T34" y="T35"/>
                </a:cxn>
                <a:cxn ang="T84">
                  <a:pos x="T36" y="T37"/>
                </a:cxn>
                <a:cxn ang="T85">
                  <a:pos x="T38" y="T39"/>
                </a:cxn>
                <a:cxn ang="T86">
                  <a:pos x="T40" y="T41"/>
                </a:cxn>
                <a:cxn ang="T87">
                  <a:pos x="T42" y="T43"/>
                </a:cxn>
                <a:cxn ang="T88">
                  <a:pos x="T44" y="T45"/>
                </a:cxn>
                <a:cxn ang="T89">
                  <a:pos x="T46" y="T47"/>
                </a:cxn>
                <a:cxn ang="T90">
                  <a:pos x="T48" y="T49"/>
                </a:cxn>
                <a:cxn ang="T91">
                  <a:pos x="T50" y="T51"/>
                </a:cxn>
                <a:cxn ang="T92">
                  <a:pos x="T52" y="T53"/>
                </a:cxn>
                <a:cxn ang="T93">
                  <a:pos x="T54" y="T55"/>
                </a:cxn>
                <a:cxn ang="T94">
                  <a:pos x="T56" y="T57"/>
                </a:cxn>
                <a:cxn ang="T95">
                  <a:pos x="T58" y="T59"/>
                </a:cxn>
                <a:cxn ang="T96">
                  <a:pos x="T60" y="T61"/>
                </a:cxn>
                <a:cxn ang="T97">
                  <a:pos x="T62" y="T63"/>
                </a:cxn>
                <a:cxn ang="T98">
                  <a:pos x="T64" y="T65"/>
                </a:cxn>
              </a:cxnLst>
              <a:rect l="0" t="0" r="r" b="b"/>
              <a:pathLst>
                <a:path w="176" h="176">
                  <a:moveTo>
                    <a:pt x="43" y="48"/>
                  </a:moveTo>
                  <a:cubicBezTo>
                    <a:pt x="44" y="50"/>
                    <a:pt x="47" y="50"/>
                    <a:pt x="48" y="48"/>
                  </a:cubicBezTo>
                  <a:cubicBezTo>
                    <a:pt x="50" y="47"/>
                    <a:pt x="50" y="44"/>
                    <a:pt x="48" y="43"/>
                  </a:cubicBezTo>
                  <a:cubicBezTo>
                    <a:pt x="31" y="26"/>
                    <a:pt x="31" y="26"/>
                    <a:pt x="31" y="26"/>
                  </a:cubicBezTo>
                  <a:cubicBezTo>
                    <a:pt x="30" y="24"/>
                    <a:pt x="27" y="24"/>
                    <a:pt x="26" y="26"/>
                  </a:cubicBezTo>
                  <a:cubicBezTo>
                    <a:pt x="24" y="27"/>
                    <a:pt x="24" y="30"/>
                    <a:pt x="26" y="31"/>
                  </a:cubicBezTo>
                  <a:lnTo>
                    <a:pt x="43" y="48"/>
                  </a:lnTo>
                  <a:close/>
                  <a:moveTo>
                    <a:pt x="32" y="88"/>
                  </a:moveTo>
                  <a:cubicBezTo>
                    <a:pt x="32" y="86"/>
                    <a:pt x="30" y="84"/>
                    <a:pt x="28" y="84"/>
                  </a:cubicBezTo>
                  <a:cubicBezTo>
                    <a:pt x="4" y="84"/>
                    <a:pt x="4" y="84"/>
                    <a:pt x="4" y="84"/>
                  </a:cubicBezTo>
                  <a:cubicBezTo>
                    <a:pt x="2" y="84"/>
                    <a:pt x="0" y="86"/>
                    <a:pt x="0" y="88"/>
                  </a:cubicBezTo>
                  <a:cubicBezTo>
                    <a:pt x="0" y="90"/>
                    <a:pt x="2" y="92"/>
                    <a:pt x="4" y="92"/>
                  </a:cubicBezTo>
                  <a:cubicBezTo>
                    <a:pt x="28" y="92"/>
                    <a:pt x="28" y="92"/>
                    <a:pt x="28" y="92"/>
                  </a:cubicBezTo>
                  <a:cubicBezTo>
                    <a:pt x="30" y="92"/>
                    <a:pt x="32" y="90"/>
                    <a:pt x="32" y="88"/>
                  </a:cubicBezTo>
                  <a:moveTo>
                    <a:pt x="88" y="32"/>
                  </a:moveTo>
                  <a:cubicBezTo>
                    <a:pt x="90" y="32"/>
                    <a:pt x="92" y="30"/>
                    <a:pt x="92" y="28"/>
                  </a:cubicBezTo>
                  <a:cubicBezTo>
                    <a:pt x="92" y="4"/>
                    <a:pt x="92" y="4"/>
                    <a:pt x="92" y="4"/>
                  </a:cubicBezTo>
                  <a:cubicBezTo>
                    <a:pt x="92" y="2"/>
                    <a:pt x="90" y="0"/>
                    <a:pt x="88" y="0"/>
                  </a:cubicBezTo>
                  <a:cubicBezTo>
                    <a:pt x="86" y="0"/>
                    <a:pt x="84" y="2"/>
                    <a:pt x="84" y="4"/>
                  </a:cubicBezTo>
                  <a:cubicBezTo>
                    <a:pt x="84" y="28"/>
                    <a:pt x="84" y="28"/>
                    <a:pt x="84" y="28"/>
                  </a:cubicBezTo>
                  <a:cubicBezTo>
                    <a:pt x="84" y="30"/>
                    <a:pt x="86" y="32"/>
                    <a:pt x="88" y="32"/>
                  </a:cubicBezTo>
                  <a:moveTo>
                    <a:pt x="133" y="48"/>
                  </a:moveTo>
                  <a:cubicBezTo>
                    <a:pt x="150" y="31"/>
                    <a:pt x="150" y="31"/>
                    <a:pt x="150" y="31"/>
                  </a:cubicBezTo>
                  <a:cubicBezTo>
                    <a:pt x="152" y="30"/>
                    <a:pt x="152" y="27"/>
                    <a:pt x="150" y="26"/>
                  </a:cubicBezTo>
                  <a:cubicBezTo>
                    <a:pt x="149" y="24"/>
                    <a:pt x="146" y="24"/>
                    <a:pt x="145" y="26"/>
                  </a:cubicBezTo>
                  <a:cubicBezTo>
                    <a:pt x="128" y="43"/>
                    <a:pt x="128" y="43"/>
                    <a:pt x="128" y="43"/>
                  </a:cubicBezTo>
                  <a:cubicBezTo>
                    <a:pt x="126" y="44"/>
                    <a:pt x="126" y="47"/>
                    <a:pt x="128" y="48"/>
                  </a:cubicBezTo>
                  <a:cubicBezTo>
                    <a:pt x="129" y="50"/>
                    <a:pt x="132" y="50"/>
                    <a:pt x="133" y="48"/>
                  </a:cubicBezTo>
                  <a:moveTo>
                    <a:pt x="43" y="128"/>
                  </a:moveTo>
                  <a:cubicBezTo>
                    <a:pt x="26" y="145"/>
                    <a:pt x="26" y="145"/>
                    <a:pt x="26" y="145"/>
                  </a:cubicBezTo>
                  <a:cubicBezTo>
                    <a:pt x="24" y="146"/>
                    <a:pt x="24" y="149"/>
                    <a:pt x="26" y="150"/>
                  </a:cubicBezTo>
                  <a:cubicBezTo>
                    <a:pt x="27" y="152"/>
                    <a:pt x="30" y="152"/>
                    <a:pt x="31" y="150"/>
                  </a:cubicBezTo>
                  <a:cubicBezTo>
                    <a:pt x="48" y="133"/>
                    <a:pt x="48" y="133"/>
                    <a:pt x="48" y="133"/>
                  </a:cubicBezTo>
                  <a:cubicBezTo>
                    <a:pt x="50" y="132"/>
                    <a:pt x="50" y="129"/>
                    <a:pt x="48" y="128"/>
                  </a:cubicBezTo>
                  <a:cubicBezTo>
                    <a:pt x="47" y="126"/>
                    <a:pt x="44" y="126"/>
                    <a:pt x="43" y="128"/>
                  </a:cubicBezTo>
                  <a:moveTo>
                    <a:pt x="172" y="84"/>
                  </a:moveTo>
                  <a:cubicBezTo>
                    <a:pt x="148" y="84"/>
                    <a:pt x="148" y="84"/>
                    <a:pt x="148" y="84"/>
                  </a:cubicBezTo>
                  <a:cubicBezTo>
                    <a:pt x="146" y="84"/>
                    <a:pt x="144" y="86"/>
                    <a:pt x="144" y="88"/>
                  </a:cubicBezTo>
                  <a:cubicBezTo>
                    <a:pt x="144" y="90"/>
                    <a:pt x="146" y="92"/>
                    <a:pt x="148" y="92"/>
                  </a:cubicBezTo>
                  <a:cubicBezTo>
                    <a:pt x="172" y="92"/>
                    <a:pt x="172" y="92"/>
                    <a:pt x="172" y="92"/>
                  </a:cubicBezTo>
                  <a:cubicBezTo>
                    <a:pt x="174" y="92"/>
                    <a:pt x="176" y="90"/>
                    <a:pt x="176" y="88"/>
                  </a:cubicBezTo>
                  <a:cubicBezTo>
                    <a:pt x="176" y="86"/>
                    <a:pt x="174" y="84"/>
                    <a:pt x="172" y="84"/>
                  </a:cubicBezTo>
                  <a:moveTo>
                    <a:pt x="133" y="128"/>
                  </a:moveTo>
                  <a:cubicBezTo>
                    <a:pt x="132" y="126"/>
                    <a:pt x="129" y="126"/>
                    <a:pt x="128" y="128"/>
                  </a:cubicBezTo>
                  <a:cubicBezTo>
                    <a:pt x="126" y="129"/>
                    <a:pt x="126" y="132"/>
                    <a:pt x="128" y="133"/>
                  </a:cubicBezTo>
                  <a:cubicBezTo>
                    <a:pt x="145" y="150"/>
                    <a:pt x="145" y="150"/>
                    <a:pt x="145" y="150"/>
                  </a:cubicBezTo>
                  <a:cubicBezTo>
                    <a:pt x="146" y="152"/>
                    <a:pt x="149" y="152"/>
                    <a:pt x="150" y="150"/>
                  </a:cubicBezTo>
                  <a:cubicBezTo>
                    <a:pt x="152" y="149"/>
                    <a:pt x="152" y="146"/>
                    <a:pt x="150" y="145"/>
                  </a:cubicBezTo>
                  <a:lnTo>
                    <a:pt x="133" y="128"/>
                  </a:lnTo>
                  <a:close/>
                  <a:moveTo>
                    <a:pt x="88" y="40"/>
                  </a:moveTo>
                  <a:cubicBezTo>
                    <a:pt x="61" y="40"/>
                    <a:pt x="40" y="61"/>
                    <a:pt x="40" y="88"/>
                  </a:cubicBezTo>
                  <a:cubicBezTo>
                    <a:pt x="40" y="115"/>
                    <a:pt x="61" y="136"/>
                    <a:pt x="88" y="136"/>
                  </a:cubicBezTo>
                  <a:cubicBezTo>
                    <a:pt x="115" y="136"/>
                    <a:pt x="136" y="115"/>
                    <a:pt x="136" y="88"/>
                  </a:cubicBezTo>
                  <a:cubicBezTo>
                    <a:pt x="136" y="61"/>
                    <a:pt x="115" y="40"/>
                    <a:pt x="88" y="40"/>
                  </a:cubicBezTo>
                  <a:moveTo>
                    <a:pt x="88" y="128"/>
                  </a:moveTo>
                  <a:cubicBezTo>
                    <a:pt x="66" y="128"/>
                    <a:pt x="48" y="110"/>
                    <a:pt x="48" y="88"/>
                  </a:cubicBezTo>
                  <a:cubicBezTo>
                    <a:pt x="48" y="66"/>
                    <a:pt x="66" y="48"/>
                    <a:pt x="88" y="48"/>
                  </a:cubicBezTo>
                  <a:cubicBezTo>
                    <a:pt x="110" y="48"/>
                    <a:pt x="128" y="66"/>
                    <a:pt x="128" y="88"/>
                  </a:cubicBezTo>
                  <a:cubicBezTo>
                    <a:pt x="128" y="110"/>
                    <a:pt x="110" y="128"/>
                    <a:pt x="88" y="128"/>
                  </a:cubicBezTo>
                  <a:moveTo>
                    <a:pt x="88" y="144"/>
                  </a:moveTo>
                  <a:cubicBezTo>
                    <a:pt x="86" y="144"/>
                    <a:pt x="84" y="146"/>
                    <a:pt x="84" y="148"/>
                  </a:cubicBezTo>
                  <a:cubicBezTo>
                    <a:pt x="84" y="172"/>
                    <a:pt x="84" y="172"/>
                    <a:pt x="84" y="172"/>
                  </a:cubicBezTo>
                  <a:cubicBezTo>
                    <a:pt x="84" y="174"/>
                    <a:pt x="86" y="176"/>
                    <a:pt x="88" y="176"/>
                  </a:cubicBezTo>
                  <a:cubicBezTo>
                    <a:pt x="90" y="176"/>
                    <a:pt x="92" y="174"/>
                    <a:pt x="92" y="172"/>
                  </a:cubicBezTo>
                  <a:cubicBezTo>
                    <a:pt x="92" y="148"/>
                    <a:pt x="92" y="148"/>
                    <a:pt x="92" y="148"/>
                  </a:cubicBezTo>
                  <a:cubicBezTo>
                    <a:pt x="92" y="146"/>
                    <a:pt x="90" y="144"/>
                    <a:pt x="88" y="144"/>
                  </a:cubicBezTo>
                </a:path>
              </a:pathLst>
            </a:custGeom>
            <a:solidFill>
              <a:schemeClr val="accent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s-ES"/>
            </a:p>
          </p:txBody>
        </p:sp>
        <p:sp>
          <p:nvSpPr>
            <p:cNvPr id="13326" name="TextBox 54">
              <a:extLst>
                <a:ext uri="{FF2B5EF4-FFF2-40B4-BE49-F238E27FC236}">
                  <a16:creationId xmlns:a16="http://schemas.microsoft.com/office/drawing/2014/main" id="{ACBF8C90-7CEB-32A5-8212-004D9E2198CF}"/>
                </a:ext>
              </a:extLst>
            </p:cNvPr>
            <p:cNvSpPr txBox="1">
              <a:spLocks noChangeArrowheads="1"/>
            </p:cNvSpPr>
            <p:nvPr/>
          </p:nvSpPr>
          <p:spPr bwMode="auto">
            <a:xfrm>
              <a:off x="9194237" y="5094513"/>
              <a:ext cx="3583726" cy="31854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marL="341313" indent="-341313">
                <a:defRPr sz="2700">
                  <a:solidFill>
                    <a:schemeClr val="tx1"/>
                  </a:solidFill>
                  <a:latin typeface="Franklin Gothic Book" panose="020B0503020102020204" pitchFamily="34" charset="0"/>
                </a:defRPr>
              </a:lvl1pPr>
              <a:lvl2pPr marL="742950" indent="-285750">
                <a:defRPr sz="2700">
                  <a:solidFill>
                    <a:schemeClr val="tx1"/>
                  </a:solidFill>
                  <a:latin typeface="Franklin Gothic Book" panose="020B0503020102020204" pitchFamily="34" charset="0"/>
                </a:defRPr>
              </a:lvl2pPr>
              <a:lvl3pPr marL="1143000" indent="-228600">
                <a:defRPr sz="2700">
                  <a:solidFill>
                    <a:schemeClr val="tx1"/>
                  </a:solidFill>
                  <a:latin typeface="Franklin Gothic Book" panose="020B0503020102020204" pitchFamily="34" charset="0"/>
                </a:defRPr>
              </a:lvl3pPr>
              <a:lvl4pPr marL="1600200" indent="-228600">
                <a:defRPr sz="2700">
                  <a:solidFill>
                    <a:schemeClr val="tx1"/>
                  </a:solidFill>
                  <a:latin typeface="Franklin Gothic Book" panose="020B0503020102020204" pitchFamily="34" charset="0"/>
                </a:defRPr>
              </a:lvl4pPr>
              <a:lvl5pPr marL="2057400" indent="-228600">
                <a:defRPr sz="2700">
                  <a:solidFill>
                    <a:schemeClr val="tx1"/>
                  </a:solidFill>
                  <a:latin typeface="Franklin Gothic Book" panose="020B0503020102020204" pitchFamily="34" charset="0"/>
                </a:defRPr>
              </a:lvl5pPr>
              <a:lvl6pPr marL="2514600" indent="-228600" defTabSz="1370013" eaLnBrk="0" fontAlgn="base" hangingPunct="0">
                <a:spcBef>
                  <a:spcPct val="0"/>
                </a:spcBef>
                <a:spcAft>
                  <a:spcPct val="0"/>
                </a:spcAft>
                <a:defRPr sz="2700">
                  <a:solidFill>
                    <a:schemeClr val="tx1"/>
                  </a:solidFill>
                  <a:latin typeface="Franklin Gothic Book" panose="020B0503020102020204" pitchFamily="34" charset="0"/>
                </a:defRPr>
              </a:lvl6pPr>
              <a:lvl7pPr marL="2971800" indent="-228600" defTabSz="1370013" eaLnBrk="0" fontAlgn="base" hangingPunct="0">
                <a:spcBef>
                  <a:spcPct val="0"/>
                </a:spcBef>
                <a:spcAft>
                  <a:spcPct val="0"/>
                </a:spcAft>
                <a:defRPr sz="2700">
                  <a:solidFill>
                    <a:schemeClr val="tx1"/>
                  </a:solidFill>
                  <a:latin typeface="Franklin Gothic Book" panose="020B0503020102020204" pitchFamily="34" charset="0"/>
                </a:defRPr>
              </a:lvl7pPr>
              <a:lvl8pPr marL="3429000" indent="-228600" defTabSz="1370013" eaLnBrk="0" fontAlgn="base" hangingPunct="0">
                <a:spcBef>
                  <a:spcPct val="0"/>
                </a:spcBef>
                <a:spcAft>
                  <a:spcPct val="0"/>
                </a:spcAft>
                <a:defRPr sz="2700">
                  <a:solidFill>
                    <a:schemeClr val="tx1"/>
                  </a:solidFill>
                  <a:latin typeface="Franklin Gothic Book" panose="020B0503020102020204" pitchFamily="34" charset="0"/>
                </a:defRPr>
              </a:lvl8pPr>
              <a:lvl9pPr marL="3886200" indent="-228600" defTabSz="1370013" eaLnBrk="0" fontAlgn="base" hangingPunct="0">
                <a:spcBef>
                  <a:spcPct val="0"/>
                </a:spcBef>
                <a:spcAft>
                  <a:spcPct val="0"/>
                </a:spcAft>
                <a:defRPr sz="2700">
                  <a:solidFill>
                    <a:schemeClr val="tx1"/>
                  </a:solidFill>
                  <a:latin typeface="Franklin Gothic Book" panose="020B0503020102020204" pitchFamily="34" charset="0"/>
                </a:defRPr>
              </a:lvl9pPr>
            </a:lstStyle>
            <a:p>
              <a:pPr eaLnBrk="1" hangingPunct="1">
                <a:spcAft>
                  <a:spcPts val="1000"/>
                </a:spcAft>
                <a:buClr>
                  <a:schemeClr val="accent1"/>
                </a:buClr>
                <a:buFont typeface="Wingdings" panose="05000000000000000000" pitchFamily="2" charset="2"/>
                <a:buChar char="ü"/>
              </a:pPr>
              <a:r>
                <a:rPr lang="es-ES_tradnl" altLang="es-ES" sz="1900">
                  <a:solidFill>
                    <a:schemeClr val="tx2"/>
                  </a:solidFill>
                </a:rPr>
                <a:t>GridSearchCV, 5 folds estratificados</a:t>
              </a:r>
            </a:p>
            <a:p>
              <a:pPr eaLnBrk="1" hangingPunct="1">
                <a:spcAft>
                  <a:spcPts val="1000"/>
                </a:spcAft>
                <a:buClr>
                  <a:schemeClr val="accent1"/>
                </a:buClr>
                <a:buFont typeface="Wingdings" panose="05000000000000000000" pitchFamily="2" charset="2"/>
                <a:buChar char="ü"/>
              </a:pPr>
              <a:r>
                <a:rPr lang="es-ES_tradnl" altLang="es-ES" sz="1900">
                  <a:solidFill>
                    <a:schemeClr val="tx2"/>
                  </a:solidFill>
                </a:rPr>
                <a:t>Resampling dentro de cada fold (sin leakage)</a:t>
              </a:r>
            </a:p>
            <a:p>
              <a:pPr eaLnBrk="1" hangingPunct="1">
                <a:spcAft>
                  <a:spcPts val="1000"/>
                </a:spcAft>
                <a:buClr>
                  <a:schemeClr val="accent1"/>
                </a:buClr>
                <a:buFont typeface="Wingdings" panose="05000000000000000000" pitchFamily="2" charset="2"/>
                <a:buChar char="ü"/>
              </a:pPr>
              <a:r>
                <a:rPr lang="es-ES_tradnl" altLang="es-ES" sz="1900">
                  <a:solidFill>
                    <a:schemeClr val="tx2"/>
                  </a:solidFill>
                </a:rPr>
                <a:t>Test reservado 20 %</a:t>
              </a:r>
            </a:p>
          </p:txBody>
        </p:sp>
      </p:grpSp>
      <p:sp>
        <p:nvSpPr>
          <p:cNvPr id="44" name="TextBox 43">
            <a:extLst>
              <a:ext uri="{FF2B5EF4-FFF2-40B4-BE49-F238E27FC236}">
                <a16:creationId xmlns:a16="http://schemas.microsoft.com/office/drawing/2014/main" id="{4C41E2B4-4C72-BAC1-F672-DB10CB32325E}"/>
              </a:ext>
            </a:extLst>
          </p:cNvPr>
          <p:cNvSpPr txBox="1"/>
          <p:nvPr/>
        </p:nvSpPr>
        <p:spPr>
          <a:xfrm>
            <a:off x="13277850" y="3706813"/>
            <a:ext cx="3640138" cy="647700"/>
          </a:xfrm>
          <a:prstGeom prst="rect">
            <a:avLst/>
          </a:prstGeom>
          <a:noFill/>
        </p:spPr>
        <p:txBody>
          <a:bodyPr>
            <a:spAutoFit/>
          </a:bodyPr>
          <a:lstStyle/>
          <a:p>
            <a:pPr defTabSz="1371408" eaLnBrk="1" fontAlgn="auto" hangingPunct="1">
              <a:spcBef>
                <a:spcPts val="0"/>
              </a:spcBef>
              <a:spcAft>
                <a:spcPts val="0"/>
              </a:spcAft>
              <a:defRPr/>
            </a:pPr>
            <a:r>
              <a:rPr lang="es-ES_tradnl" sz="2600" err="1">
                <a:solidFill>
                  <a:srgbClr val="00566C"/>
                </a:solidFill>
                <a:latin typeface="+mj-lt"/>
              </a:rPr>
              <a:t>Métricas</a:t>
            </a:r>
          </a:p>
        </p:txBody>
      </p:sp>
      <p:sp>
        <p:nvSpPr>
          <p:cNvPr id="46" name="Freeform 371">
            <a:extLst>
              <a:ext uri="{FF2B5EF4-FFF2-40B4-BE49-F238E27FC236}">
                <a16:creationId xmlns:a16="http://schemas.microsoft.com/office/drawing/2014/main" id="{1A4DF130-CEC9-966D-66C3-5A8D5C8711AB}"/>
              </a:ext>
            </a:extLst>
          </p:cNvPr>
          <p:cNvSpPr>
            <a:spLocks noEditPoints="1"/>
          </p:cNvSpPr>
          <p:nvPr/>
        </p:nvSpPr>
        <p:spPr bwMode="auto">
          <a:xfrm>
            <a:off x="13277850" y="2933700"/>
            <a:ext cx="628650" cy="628650"/>
          </a:xfrm>
          <a:custGeom>
            <a:avLst/>
            <a:gdLst>
              <a:gd name="T0" fmla="*/ 96 w 176"/>
              <a:gd name="T1" fmla="*/ 124 h 176"/>
              <a:gd name="T2" fmla="*/ 92 w 176"/>
              <a:gd name="T3" fmla="*/ 120 h 176"/>
              <a:gd name="T4" fmla="*/ 89 w 176"/>
              <a:gd name="T5" fmla="*/ 121 h 176"/>
              <a:gd name="T6" fmla="*/ 65 w 176"/>
              <a:gd name="T7" fmla="*/ 145 h 176"/>
              <a:gd name="T8" fmla="*/ 64 w 176"/>
              <a:gd name="T9" fmla="*/ 148 h 176"/>
              <a:gd name="T10" fmla="*/ 68 w 176"/>
              <a:gd name="T11" fmla="*/ 152 h 176"/>
              <a:gd name="T12" fmla="*/ 82 w 176"/>
              <a:gd name="T13" fmla="*/ 152 h 176"/>
              <a:gd name="T14" fmla="*/ 65 w 176"/>
              <a:gd name="T15" fmla="*/ 169 h 176"/>
              <a:gd name="T16" fmla="*/ 64 w 176"/>
              <a:gd name="T17" fmla="*/ 172 h 176"/>
              <a:gd name="T18" fmla="*/ 68 w 176"/>
              <a:gd name="T19" fmla="*/ 176 h 176"/>
              <a:gd name="T20" fmla="*/ 71 w 176"/>
              <a:gd name="T21" fmla="*/ 175 h 176"/>
              <a:gd name="T22" fmla="*/ 95 w 176"/>
              <a:gd name="T23" fmla="*/ 151 h 176"/>
              <a:gd name="T24" fmla="*/ 96 w 176"/>
              <a:gd name="T25" fmla="*/ 148 h 176"/>
              <a:gd name="T26" fmla="*/ 92 w 176"/>
              <a:gd name="T27" fmla="*/ 144 h 176"/>
              <a:gd name="T28" fmla="*/ 92 w 176"/>
              <a:gd name="T29" fmla="*/ 144 h 176"/>
              <a:gd name="T30" fmla="*/ 78 w 176"/>
              <a:gd name="T31" fmla="*/ 144 h 176"/>
              <a:gd name="T32" fmla="*/ 95 w 176"/>
              <a:gd name="T33" fmla="*/ 127 h 176"/>
              <a:gd name="T34" fmla="*/ 96 w 176"/>
              <a:gd name="T35" fmla="*/ 124 h 176"/>
              <a:gd name="T36" fmla="*/ 52 w 176"/>
              <a:gd name="T37" fmla="*/ 128 h 176"/>
              <a:gd name="T38" fmla="*/ 49 w 176"/>
              <a:gd name="T39" fmla="*/ 129 h 176"/>
              <a:gd name="T40" fmla="*/ 25 w 176"/>
              <a:gd name="T41" fmla="*/ 153 h 176"/>
              <a:gd name="T42" fmla="*/ 24 w 176"/>
              <a:gd name="T43" fmla="*/ 156 h 176"/>
              <a:gd name="T44" fmla="*/ 28 w 176"/>
              <a:gd name="T45" fmla="*/ 160 h 176"/>
              <a:gd name="T46" fmla="*/ 31 w 176"/>
              <a:gd name="T47" fmla="*/ 159 h 176"/>
              <a:gd name="T48" fmla="*/ 55 w 176"/>
              <a:gd name="T49" fmla="*/ 135 h 176"/>
              <a:gd name="T50" fmla="*/ 56 w 176"/>
              <a:gd name="T51" fmla="*/ 132 h 176"/>
              <a:gd name="T52" fmla="*/ 52 w 176"/>
              <a:gd name="T53" fmla="*/ 128 h 176"/>
              <a:gd name="T54" fmla="*/ 152 w 176"/>
              <a:gd name="T55" fmla="*/ 41 h 176"/>
              <a:gd name="T56" fmla="*/ 152 w 176"/>
              <a:gd name="T57" fmla="*/ 40 h 176"/>
              <a:gd name="T58" fmla="*/ 128 w 176"/>
              <a:gd name="T59" fmla="*/ 16 h 176"/>
              <a:gd name="T60" fmla="*/ 112 w 176"/>
              <a:gd name="T61" fmla="*/ 22 h 176"/>
              <a:gd name="T62" fmla="*/ 72 w 176"/>
              <a:gd name="T63" fmla="*/ 0 h 176"/>
              <a:gd name="T64" fmla="*/ 25 w 176"/>
              <a:gd name="T65" fmla="*/ 41 h 176"/>
              <a:gd name="T66" fmla="*/ 0 w 176"/>
              <a:gd name="T67" fmla="*/ 72 h 176"/>
              <a:gd name="T68" fmla="*/ 32 w 176"/>
              <a:gd name="T69" fmla="*/ 104 h 176"/>
              <a:gd name="T70" fmla="*/ 144 w 176"/>
              <a:gd name="T71" fmla="*/ 104 h 176"/>
              <a:gd name="T72" fmla="*/ 176 w 176"/>
              <a:gd name="T73" fmla="*/ 72 h 176"/>
              <a:gd name="T74" fmla="*/ 152 w 176"/>
              <a:gd name="T75" fmla="*/ 41 h 176"/>
              <a:gd name="T76" fmla="*/ 144 w 176"/>
              <a:gd name="T77" fmla="*/ 96 h 176"/>
              <a:gd name="T78" fmla="*/ 32 w 176"/>
              <a:gd name="T79" fmla="*/ 96 h 176"/>
              <a:gd name="T80" fmla="*/ 8 w 176"/>
              <a:gd name="T81" fmla="*/ 72 h 176"/>
              <a:gd name="T82" fmla="*/ 26 w 176"/>
              <a:gd name="T83" fmla="*/ 49 h 176"/>
              <a:gd name="T84" fmla="*/ 32 w 176"/>
              <a:gd name="T85" fmla="*/ 42 h 176"/>
              <a:gd name="T86" fmla="*/ 72 w 176"/>
              <a:gd name="T87" fmla="*/ 8 h 176"/>
              <a:gd name="T88" fmla="*/ 102 w 176"/>
              <a:gd name="T89" fmla="*/ 22 h 176"/>
              <a:gd name="T90" fmla="*/ 111 w 176"/>
              <a:gd name="T91" fmla="*/ 30 h 176"/>
              <a:gd name="T92" fmla="*/ 112 w 176"/>
              <a:gd name="T93" fmla="*/ 30 h 176"/>
              <a:gd name="T94" fmla="*/ 117 w 176"/>
              <a:gd name="T95" fmla="*/ 28 h 176"/>
              <a:gd name="T96" fmla="*/ 128 w 176"/>
              <a:gd name="T97" fmla="*/ 24 h 176"/>
              <a:gd name="T98" fmla="*/ 144 w 176"/>
              <a:gd name="T99" fmla="*/ 40 h 176"/>
              <a:gd name="T100" fmla="*/ 144 w 176"/>
              <a:gd name="T101" fmla="*/ 41 h 176"/>
              <a:gd name="T102" fmla="*/ 150 w 176"/>
              <a:gd name="T103" fmla="*/ 49 h 176"/>
              <a:gd name="T104" fmla="*/ 168 w 176"/>
              <a:gd name="T105" fmla="*/ 72 h 176"/>
              <a:gd name="T106" fmla="*/ 144 w 176"/>
              <a:gd name="T107" fmla="*/ 96 h 176"/>
              <a:gd name="T108" fmla="*/ 136 w 176"/>
              <a:gd name="T109" fmla="*/ 128 h 176"/>
              <a:gd name="T110" fmla="*/ 133 w 176"/>
              <a:gd name="T111" fmla="*/ 129 h 176"/>
              <a:gd name="T112" fmla="*/ 109 w 176"/>
              <a:gd name="T113" fmla="*/ 153 h 176"/>
              <a:gd name="T114" fmla="*/ 108 w 176"/>
              <a:gd name="T115" fmla="*/ 156 h 176"/>
              <a:gd name="T116" fmla="*/ 112 w 176"/>
              <a:gd name="T117" fmla="*/ 160 h 176"/>
              <a:gd name="T118" fmla="*/ 115 w 176"/>
              <a:gd name="T119" fmla="*/ 159 h 176"/>
              <a:gd name="T120" fmla="*/ 139 w 176"/>
              <a:gd name="T121" fmla="*/ 135 h 176"/>
              <a:gd name="T122" fmla="*/ 140 w 176"/>
              <a:gd name="T123" fmla="*/ 132 h 176"/>
              <a:gd name="T124" fmla="*/ 136 w 176"/>
              <a:gd name="T125" fmla="*/ 128 h 1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176" h="176">
                <a:moveTo>
                  <a:pt x="96" y="124"/>
                </a:moveTo>
                <a:cubicBezTo>
                  <a:pt x="96" y="122"/>
                  <a:pt x="94" y="120"/>
                  <a:pt x="92" y="120"/>
                </a:cubicBezTo>
                <a:cubicBezTo>
                  <a:pt x="91" y="120"/>
                  <a:pt x="90" y="120"/>
                  <a:pt x="89" y="121"/>
                </a:cubicBezTo>
                <a:cubicBezTo>
                  <a:pt x="65" y="145"/>
                  <a:pt x="65" y="145"/>
                  <a:pt x="65" y="145"/>
                </a:cubicBezTo>
                <a:cubicBezTo>
                  <a:pt x="64" y="146"/>
                  <a:pt x="64" y="147"/>
                  <a:pt x="64" y="148"/>
                </a:cubicBezTo>
                <a:cubicBezTo>
                  <a:pt x="64" y="150"/>
                  <a:pt x="66" y="152"/>
                  <a:pt x="68" y="152"/>
                </a:cubicBezTo>
                <a:cubicBezTo>
                  <a:pt x="82" y="152"/>
                  <a:pt x="82" y="152"/>
                  <a:pt x="82" y="152"/>
                </a:cubicBezTo>
                <a:cubicBezTo>
                  <a:pt x="65" y="169"/>
                  <a:pt x="65" y="169"/>
                  <a:pt x="65" y="169"/>
                </a:cubicBezTo>
                <a:cubicBezTo>
                  <a:pt x="64" y="170"/>
                  <a:pt x="64" y="171"/>
                  <a:pt x="64" y="172"/>
                </a:cubicBezTo>
                <a:cubicBezTo>
                  <a:pt x="64" y="174"/>
                  <a:pt x="66" y="176"/>
                  <a:pt x="68" y="176"/>
                </a:cubicBezTo>
                <a:cubicBezTo>
                  <a:pt x="69" y="176"/>
                  <a:pt x="70" y="176"/>
                  <a:pt x="71" y="175"/>
                </a:cubicBezTo>
                <a:cubicBezTo>
                  <a:pt x="95" y="151"/>
                  <a:pt x="95" y="151"/>
                  <a:pt x="95" y="151"/>
                </a:cubicBezTo>
                <a:cubicBezTo>
                  <a:pt x="96" y="150"/>
                  <a:pt x="96" y="149"/>
                  <a:pt x="96" y="148"/>
                </a:cubicBezTo>
                <a:cubicBezTo>
                  <a:pt x="96" y="146"/>
                  <a:pt x="94" y="144"/>
                  <a:pt x="92" y="144"/>
                </a:cubicBezTo>
                <a:cubicBezTo>
                  <a:pt x="92" y="144"/>
                  <a:pt x="92" y="144"/>
                  <a:pt x="92" y="144"/>
                </a:cubicBezTo>
                <a:cubicBezTo>
                  <a:pt x="78" y="144"/>
                  <a:pt x="78" y="144"/>
                  <a:pt x="78" y="144"/>
                </a:cubicBezTo>
                <a:cubicBezTo>
                  <a:pt x="95" y="127"/>
                  <a:pt x="95" y="127"/>
                  <a:pt x="95" y="127"/>
                </a:cubicBezTo>
                <a:cubicBezTo>
                  <a:pt x="96" y="126"/>
                  <a:pt x="96" y="125"/>
                  <a:pt x="96" y="124"/>
                </a:cubicBezTo>
                <a:moveTo>
                  <a:pt x="52" y="128"/>
                </a:moveTo>
                <a:cubicBezTo>
                  <a:pt x="51" y="128"/>
                  <a:pt x="50" y="128"/>
                  <a:pt x="49" y="129"/>
                </a:cubicBezTo>
                <a:cubicBezTo>
                  <a:pt x="25" y="153"/>
                  <a:pt x="25" y="153"/>
                  <a:pt x="25" y="153"/>
                </a:cubicBezTo>
                <a:cubicBezTo>
                  <a:pt x="24" y="154"/>
                  <a:pt x="24" y="155"/>
                  <a:pt x="24" y="156"/>
                </a:cubicBezTo>
                <a:cubicBezTo>
                  <a:pt x="24" y="158"/>
                  <a:pt x="26" y="160"/>
                  <a:pt x="28" y="160"/>
                </a:cubicBezTo>
                <a:cubicBezTo>
                  <a:pt x="29" y="160"/>
                  <a:pt x="30" y="160"/>
                  <a:pt x="31" y="159"/>
                </a:cubicBezTo>
                <a:cubicBezTo>
                  <a:pt x="55" y="135"/>
                  <a:pt x="55" y="135"/>
                  <a:pt x="55" y="135"/>
                </a:cubicBezTo>
                <a:cubicBezTo>
                  <a:pt x="56" y="134"/>
                  <a:pt x="56" y="133"/>
                  <a:pt x="56" y="132"/>
                </a:cubicBezTo>
                <a:cubicBezTo>
                  <a:pt x="56" y="130"/>
                  <a:pt x="54" y="128"/>
                  <a:pt x="52" y="128"/>
                </a:cubicBezTo>
                <a:moveTo>
                  <a:pt x="152" y="41"/>
                </a:moveTo>
                <a:cubicBezTo>
                  <a:pt x="152" y="41"/>
                  <a:pt x="152" y="40"/>
                  <a:pt x="152" y="40"/>
                </a:cubicBezTo>
                <a:cubicBezTo>
                  <a:pt x="152" y="27"/>
                  <a:pt x="141" y="16"/>
                  <a:pt x="128" y="16"/>
                </a:cubicBezTo>
                <a:cubicBezTo>
                  <a:pt x="122" y="16"/>
                  <a:pt x="116" y="18"/>
                  <a:pt x="112" y="22"/>
                </a:cubicBezTo>
                <a:cubicBezTo>
                  <a:pt x="104" y="9"/>
                  <a:pt x="89" y="0"/>
                  <a:pt x="72" y="0"/>
                </a:cubicBezTo>
                <a:cubicBezTo>
                  <a:pt x="48" y="0"/>
                  <a:pt x="28" y="18"/>
                  <a:pt x="25" y="41"/>
                </a:cubicBezTo>
                <a:cubicBezTo>
                  <a:pt x="10" y="44"/>
                  <a:pt x="0" y="57"/>
                  <a:pt x="0" y="72"/>
                </a:cubicBezTo>
                <a:cubicBezTo>
                  <a:pt x="0" y="90"/>
                  <a:pt x="14" y="104"/>
                  <a:pt x="32" y="104"/>
                </a:cubicBezTo>
                <a:cubicBezTo>
                  <a:pt x="144" y="104"/>
                  <a:pt x="144" y="104"/>
                  <a:pt x="144" y="104"/>
                </a:cubicBezTo>
                <a:cubicBezTo>
                  <a:pt x="162" y="104"/>
                  <a:pt x="176" y="90"/>
                  <a:pt x="176" y="72"/>
                </a:cubicBezTo>
                <a:cubicBezTo>
                  <a:pt x="176" y="57"/>
                  <a:pt x="166" y="45"/>
                  <a:pt x="152" y="41"/>
                </a:cubicBezTo>
                <a:moveTo>
                  <a:pt x="144" y="96"/>
                </a:moveTo>
                <a:cubicBezTo>
                  <a:pt x="32" y="96"/>
                  <a:pt x="32" y="96"/>
                  <a:pt x="32" y="96"/>
                </a:cubicBezTo>
                <a:cubicBezTo>
                  <a:pt x="19" y="96"/>
                  <a:pt x="8" y="85"/>
                  <a:pt x="8" y="72"/>
                </a:cubicBezTo>
                <a:cubicBezTo>
                  <a:pt x="8" y="61"/>
                  <a:pt x="16" y="51"/>
                  <a:pt x="26" y="49"/>
                </a:cubicBezTo>
                <a:cubicBezTo>
                  <a:pt x="30" y="48"/>
                  <a:pt x="32" y="45"/>
                  <a:pt x="32" y="42"/>
                </a:cubicBezTo>
                <a:cubicBezTo>
                  <a:pt x="35" y="23"/>
                  <a:pt x="52" y="8"/>
                  <a:pt x="72" y="8"/>
                </a:cubicBezTo>
                <a:cubicBezTo>
                  <a:pt x="86" y="8"/>
                  <a:pt x="94" y="11"/>
                  <a:pt x="102" y="22"/>
                </a:cubicBezTo>
                <a:cubicBezTo>
                  <a:pt x="103" y="24"/>
                  <a:pt x="109" y="30"/>
                  <a:pt x="111" y="30"/>
                </a:cubicBezTo>
                <a:cubicBezTo>
                  <a:pt x="111" y="30"/>
                  <a:pt x="112" y="30"/>
                  <a:pt x="112" y="30"/>
                </a:cubicBezTo>
                <a:cubicBezTo>
                  <a:pt x="114" y="30"/>
                  <a:pt x="116" y="29"/>
                  <a:pt x="117" y="28"/>
                </a:cubicBezTo>
                <a:cubicBezTo>
                  <a:pt x="120" y="25"/>
                  <a:pt x="124" y="24"/>
                  <a:pt x="128" y="24"/>
                </a:cubicBezTo>
                <a:cubicBezTo>
                  <a:pt x="137" y="24"/>
                  <a:pt x="144" y="31"/>
                  <a:pt x="144" y="40"/>
                </a:cubicBezTo>
                <a:cubicBezTo>
                  <a:pt x="144" y="41"/>
                  <a:pt x="144" y="41"/>
                  <a:pt x="144" y="41"/>
                </a:cubicBezTo>
                <a:cubicBezTo>
                  <a:pt x="144" y="44"/>
                  <a:pt x="146" y="48"/>
                  <a:pt x="150" y="49"/>
                </a:cubicBezTo>
                <a:cubicBezTo>
                  <a:pt x="161" y="52"/>
                  <a:pt x="168" y="61"/>
                  <a:pt x="168" y="72"/>
                </a:cubicBezTo>
                <a:cubicBezTo>
                  <a:pt x="168" y="85"/>
                  <a:pt x="157" y="96"/>
                  <a:pt x="144" y="96"/>
                </a:cubicBezTo>
                <a:moveTo>
                  <a:pt x="136" y="128"/>
                </a:moveTo>
                <a:cubicBezTo>
                  <a:pt x="135" y="128"/>
                  <a:pt x="134" y="128"/>
                  <a:pt x="133" y="129"/>
                </a:cubicBezTo>
                <a:cubicBezTo>
                  <a:pt x="109" y="153"/>
                  <a:pt x="109" y="153"/>
                  <a:pt x="109" y="153"/>
                </a:cubicBezTo>
                <a:cubicBezTo>
                  <a:pt x="108" y="154"/>
                  <a:pt x="108" y="155"/>
                  <a:pt x="108" y="156"/>
                </a:cubicBezTo>
                <a:cubicBezTo>
                  <a:pt x="108" y="158"/>
                  <a:pt x="110" y="160"/>
                  <a:pt x="112" y="160"/>
                </a:cubicBezTo>
                <a:cubicBezTo>
                  <a:pt x="113" y="160"/>
                  <a:pt x="114" y="160"/>
                  <a:pt x="115" y="159"/>
                </a:cubicBezTo>
                <a:cubicBezTo>
                  <a:pt x="139" y="135"/>
                  <a:pt x="139" y="135"/>
                  <a:pt x="139" y="135"/>
                </a:cubicBezTo>
                <a:cubicBezTo>
                  <a:pt x="140" y="134"/>
                  <a:pt x="140" y="133"/>
                  <a:pt x="140" y="132"/>
                </a:cubicBezTo>
                <a:cubicBezTo>
                  <a:pt x="140" y="130"/>
                  <a:pt x="138" y="128"/>
                  <a:pt x="136" y="128"/>
                </a:cubicBezTo>
              </a:path>
            </a:pathLst>
          </a:custGeom>
          <a:solidFill>
            <a:schemeClr val="accent5"/>
          </a:solidFill>
          <a:ln>
            <a:noFill/>
          </a:ln>
        </p:spPr>
        <p:txBody>
          <a:bodyPr/>
          <a:lstStyle/>
          <a:p>
            <a:pPr defTabSz="1371408" eaLnBrk="1" fontAlgn="auto" hangingPunct="1">
              <a:spcBef>
                <a:spcPts val="0"/>
              </a:spcBef>
              <a:spcAft>
                <a:spcPts val="0"/>
              </a:spcAft>
              <a:defRPr/>
            </a:pPr>
            <a:endParaRPr lang="uk-UA">
              <a:latin typeface="+mn-lt"/>
            </a:endParaRPr>
          </a:p>
        </p:txBody>
      </p:sp>
      <p:sp>
        <p:nvSpPr>
          <p:cNvPr id="13322" name="TextBox 55">
            <a:extLst>
              <a:ext uri="{FF2B5EF4-FFF2-40B4-BE49-F238E27FC236}">
                <a16:creationId xmlns:a16="http://schemas.microsoft.com/office/drawing/2014/main" id="{09D37F1A-7954-E610-ADEE-CA39FF10A84F}"/>
              </a:ext>
            </a:extLst>
          </p:cNvPr>
          <p:cNvSpPr txBox="1">
            <a:spLocks noChangeArrowheads="1"/>
          </p:cNvSpPr>
          <p:nvPr/>
        </p:nvSpPr>
        <p:spPr bwMode="auto">
          <a:xfrm>
            <a:off x="13277850" y="4721225"/>
            <a:ext cx="3584575" cy="31861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marL="341313" indent="-341313">
              <a:defRPr sz="2700">
                <a:solidFill>
                  <a:schemeClr val="tx1"/>
                </a:solidFill>
                <a:latin typeface="Franklin Gothic Book" panose="020B0503020102020204" pitchFamily="34" charset="0"/>
              </a:defRPr>
            </a:lvl1pPr>
            <a:lvl2pPr marL="742950" indent="-285750">
              <a:defRPr sz="2700">
                <a:solidFill>
                  <a:schemeClr val="tx1"/>
                </a:solidFill>
                <a:latin typeface="Franklin Gothic Book" panose="020B0503020102020204" pitchFamily="34" charset="0"/>
              </a:defRPr>
            </a:lvl2pPr>
            <a:lvl3pPr marL="1143000" indent="-228600">
              <a:defRPr sz="2700">
                <a:solidFill>
                  <a:schemeClr val="tx1"/>
                </a:solidFill>
                <a:latin typeface="Franklin Gothic Book" panose="020B0503020102020204" pitchFamily="34" charset="0"/>
              </a:defRPr>
            </a:lvl3pPr>
            <a:lvl4pPr marL="1600200" indent="-228600">
              <a:defRPr sz="2700">
                <a:solidFill>
                  <a:schemeClr val="tx1"/>
                </a:solidFill>
                <a:latin typeface="Franklin Gothic Book" panose="020B0503020102020204" pitchFamily="34" charset="0"/>
              </a:defRPr>
            </a:lvl4pPr>
            <a:lvl5pPr marL="2057400" indent="-228600">
              <a:defRPr sz="2700">
                <a:solidFill>
                  <a:schemeClr val="tx1"/>
                </a:solidFill>
                <a:latin typeface="Franklin Gothic Book" panose="020B0503020102020204" pitchFamily="34" charset="0"/>
              </a:defRPr>
            </a:lvl5pPr>
            <a:lvl6pPr marL="2514600" indent="-228600" defTabSz="1370013" eaLnBrk="0" fontAlgn="base" hangingPunct="0">
              <a:spcBef>
                <a:spcPct val="0"/>
              </a:spcBef>
              <a:spcAft>
                <a:spcPct val="0"/>
              </a:spcAft>
              <a:defRPr sz="2700">
                <a:solidFill>
                  <a:schemeClr val="tx1"/>
                </a:solidFill>
                <a:latin typeface="Franklin Gothic Book" panose="020B0503020102020204" pitchFamily="34" charset="0"/>
              </a:defRPr>
            </a:lvl6pPr>
            <a:lvl7pPr marL="2971800" indent="-228600" defTabSz="1370013" eaLnBrk="0" fontAlgn="base" hangingPunct="0">
              <a:spcBef>
                <a:spcPct val="0"/>
              </a:spcBef>
              <a:spcAft>
                <a:spcPct val="0"/>
              </a:spcAft>
              <a:defRPr sz="2700">
                <a:solidFill>
                  <a:schemeClr val="tx1"/>
                </a:solidFill>
                <a:latin typeface="Franklin Gothic Book" panose="020B0503020102020204" pitchFamily="34" charset="0"/>
              </a:defRPr>
            </a:lvl7pPr>
            <a:lvl8pPr marL="3429000" indent="-228600" defTabSz="1370013" eaLnBrk="0" fontAlgn="base" hangingPunct="0">
              <a:spcBef>
                <a:spcPct val="0"/>
              </a:spcBef>
              <a:spcAft>
                <a:spcPct val="0"/>
              </a:spcAft>
              <a:defRPr sz="2700">
                <a:solidFill>
                  <a:schemeClr val="tx1"/>
                </a:solidFill>
                <a:latin typeface="Franklin Gothic Book" panose="020B0503020102020204" pitchFamily="34" charset="0"/>
              </a:defRPr>
            </a:lvl8pPr>
            <a:lvl9pPr marL="3886200" indent="-228600" defTabSz="1370013" eaLnBrk="0" fontAlgn="base" hangingPunct="0">
              <a:spcBef>
                <a:spcPct val="0"/>
              </a:spcBef>
              <a:spcAft>
                <a:spcPct val="0"/>
              </a:spcAft>
              <a:defRPr sz="2700">
                <a:solidFill>
                  <a:schemeClr val="tx1"/>
                </a:solidFill>
                <a:latin typeface="Franklin Gothic Book" panose="020B0503020102020204" pitchFamily="34" charset="0"/>
              </a:defRPr>
            </a:lvl9pPr>
          </a:lstStyle>
          <a:p>
            <a:pPr eaLnBrk="1" hangingPunct="1">
              <a:spcAft>
                <a:spcPts val="1000"/>
              </a:spcAft>
              <a:buClr>
                <a:schemeClr val="tx1"/>
              </a:buClr>
              <a:buFont typeface="Courier New" panose="02070309020205020404" pitchFamily="49" charset="0"/>
              <a:buChar char="o"/>
            </a:pPr>
            <a:r>
              <a:rPr lang="es-ES_tradnl" altLang="es-ES" sz="1900">
                <a:solidFill>
                  <a:schemeClr val="tx2"/>
                </a:solidFill>
              </a:rPr>
              <a:t>AUC-PR (principal)</a:t>
            </a:r>
          </a:p>
          <a:p>
            <a:pPr eaLnBrk="1" hangingPunct="1">
              <a:spcAft>
                <a:spcPts val="1000"/>
              </a:spcAft>
              <a:buClr>
                <a:schemeClr val="tx1"/>
              </a:buClr>
              <a:buFont typeface="Courier New" panose="02070309020205020404" pitchFamily="49" charset="0"/>
              <a:buChar char="o"/>
            </a:pPr>
            <a:r>
              <a:rPr lang="es-ES_tradnl" altLang="es-ES" sz="1900">
                <a:solidFill>
                  <a:schemeClr val="tx2"/>
                </a:solidFill>
              </a:rPr>
              <a:t>Recall, Precisión, F1, AUC-ROC</a:t>
            </a:r>
          </a:p>
          <a:p>
            <a:pPr eaLnBrk="1" hangingPunct="1">
              <a:spcAft>
                <a:spcPts val="1000"/>
              </a:spcAft>
              <a:buClr>
                <a:schemeClr val="tx1"/>
              </a:buClr>
              <a:buFont typeface="Courier New" panose="02070309020205020404" pitchFamily="49" charset="0"/>
              <a:buChar char="o"/>
            </a:pPr>
            <a:r>
              <a:rPr lang="es-ES_tradnl" altLang="es-ES" sz="1900">
                <a:solidFill>
                  <a:schemeClr val="tx2"/>
                </a:solidFill>
              </a:rPr>
              <a:t>Tiempo de entrenamiento e inferencia</a:t>
            </a:r>
          </a:p>
        </p:txBody>
      </p:sp>
      <p:sp>
        <p:nvSpPr>
          <p:cNvPr id="13323" name="Slide Number Placeholder 2">
            <a:extLst>
              <a:ext uri="{FF2B5EF4-FFF2-40B4-BE49-F238E27FC236}">
                <a16:creationId xmlns:a16="http://schemas.microsoft.com/office/drawing/2014/main" id="{AD9160EA-A06C-C203-8732-C5C03A023D28}"/>
              </a:ext>
            </a:extLst>
          </p:cNvPr>
          <p:cNvSpPr txBox="1">
            <a:spLocks noChangeArrowheads="1"/>
          </p:cNvSpPr>
          <p:nvPr/>
        </p:nvSpPr>
        <p:spPr bwMode="auto">
          <a:xfrm>
            <a:off x="16916400" y="9072563"/>
            <a:ext cx="1733550" cy="923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1428" tIns="45713" rIns="91428" bIns="45713">
            <a:spAutoFit/>
          </a:bodyPr>
          <a:lstStyle>
            <a:lvl1pPr>
              <a:defRPr sz="2700">
                <a:solidFill>
                  <a:schemeClr val="tx1"/>
                </a:solidFill>
                <a:latin typeface="Franklin Gothic Book" panose="020B0503020102020204" pitchFamily="34" charset="0"/>
              </a:defRPr>
            </a:lvl1pPr>
            <a:lvl2pPr marL="742950" indent="-285750">
              <a:defRPr sz="2700">
                <a:solidFill>
                  <a:schemeClr val="tx1"/>
                </a:solidFill>
                <a:latin typeface="Franklin Gothic Book" panose="020B0503020102020204" pitchFamily="34" charset="0"/>
              </a:defRPr>
            </a:lvl2pPr>
            <a:lvl3pPr marL="1143000" indent="-228600">
              <a:defRPr sz="2700">
                <a:solidFill>
                  <a:schemeClr val="tx1"/>
                </a:solidFill>
                <a:latin typeface="Franklin Gothic Book" panose="020B0503020102020204" pitchFamily="34" charset="0"/>
              </a:defRPr>
            </a:lvl3pPr>
            <a:lvl4pPr marL="1600200" indent="-228600">
              <a:defRPr sz="2700">
                <a:solidFill>
                  <a:schemeClr val="tx1"/>
                </a:solidFill>
                <a:latin typeface="Franklin Gothic Book" panose="020B0503020102020204" pitchFamily="34" charset="0"/>
              </a:defRPr>
            </a:lvl4pPr>
            <a:lvl5pPr marL="2057400" indent="-228600">
              <a:defRPr sz="2700">
                <a:solidFill>
                  <a:schemeClr val="tx1"/>
                </a:solidFill>
                <a:latin typeface="Franklin Gothic Book" panose="020B0503020102020204" pitchFamily="34" charset="0"/>
              </a:defRPr>
            </a:lvl5pPr>
            <a:lvl6pPr marL="2514600" indent="-228600" defTabSz="1370013" eaLnBrk="0" fontAlgn="base" hangingPunct="0">
              <a:spcBef>
                <a:spcPct val="0"/>
              </a:spcBef>
              <a:spcAft>
                <a:spcPct val="0"/>
              </a:spcAft>
              <a:defRPr sz="2700">
                <a:solidFill>
                  <a:schemeClr val="tx1"/>
                </a:solidFill>
                <a:latin typeface="Franklin Gothic Book" panose="020B0503020102020204" pitchFamily="34" charset="0"/>
              </a:defRPr>
            </a:lvl6pPr>
            <a:lvl7pPr marL="2971800" indent="-228600" defTabSz="1370013" eaLnBrk="0" fontAlgn="base" hangingPunct="0">
              <a:spcBef>
                <a:spcPct val="0"/>
              </a:spcBef>
              <a:spcAft>
                <a:spcPct val="0"/>
              </a:spcAft>
              <a:defRPr sz="2700">
                <a:solidFill>
                  <a:schemeClr val="tx1"/>
                </a:solidFill>
                <a:latin typeface="Franklin Gothic Book" panose="020B0503020102020204" pitchFamily="34" charset="0"/>
              </a:defRPr>
            </a:lvl7pPr>
            <a:lvl8pPr marL="3429000" indent="-228600" defTabSz="1370013" eaLnBrk="0" fontAlgn="base" hangingPunct="0">
              <a:spcBef>
                <a:spcPct val="0"/>
              </a:spcBef>
              <a:spcAft>
                <a:spcPct val="0"/>
              </a:spcAft>
              <a:defRPr sz="2700">
                <a:solidFill>
                  <a:schemeClr val="tx1"/>
                </a:solidFill>
                <a:latin typeface="Franklin Gothic Book" panose="020B0503020102020204" pitchFamily="34" charset="0"/>
              </a:defRPr>
            </a:lvl8pPr>
            <a:lvl9pPr marL="3886200" indent="-228600" defTabSz="1370013" eaLnBrk="0" fontAlgn="base" hangingPunct="0">
              <a:spcBef>
                <a:spcPct val="0"/>
              </a:spcBef>
              <a:spcAft>
                <a:spcPct val="0"/>
              </a:spcAft>
              <a:defRPr sz="2700">
                <a:solidFill>
                  <a:schemeClr val="tx1"/>
                </a:solidFill>
                <a:latin typeface="Franklin Gothic Book" panose="020B0503020102020204" pitchFamily="34" charset="0"/>
              </a:defRPr>
            </a:lvl9pPr>
          </a:lstStyle>
          <a:p>
            <a:pPr eaLnBrk="1" hangingPunct="1"/>
            <a:r>
              <a:rPr lang="es-ES_tradnl" altLang="es-ES" b="1">
                <a:solidFill>
                  <a:schemeClr val="accent2"/>
                </a:solidFill>
                <a:latin typeface="Franklin Gothic Medium" panose="020B0603020102090204" pitchFamily="34" charset="0"/>
              </a:rPr>
              <a:t>pág.</a:t>
            </a:r>
          </a:p>
          <a:p>
            <a:pPr eaLnBrk="1" hangingPunct="1"/>
            <a:r>
              <a:rPr lang="es-ES_tradnl" altLang="es-ES" b="1">
                <a:solidFill>
                  <a:schemeClr val="accent2"/>
                </a:solidFill>
                <a:latin typeface="Franklin Gothic Medium" panose="020B0603020102090204" pitchFamily="34" charset="0"/>
              </a:rPr>
              <a:t>0</a:t>
            </a:r>
            <a:fld id="{3EC6AF7F-45D3-438C-9023-7245B52F502F}" type="slidenum">
              <a:rPr lang="es-ES_tradnl" altLang="es-ES" b="1">
                <a:solidFill>
                  <a:schemeClr val="accent2"/>
                </a:solidFill>
                <a:latin typeface="Franklin Gothic Medium" panose="020B0603020102090204" pitchFamily="34" charset="0"/>
              </a:rPr>
              <a:pPr eaLnBrk="1" hangingPunct="1"/>
              <a:t>8</a:t>
            </a:fld>
            <a:endParaRPr lang="es-ES_tradnl" altLang="es-ES" b="1">
              <a:solidFill>
                <a:schemeClr val="accent2"/>
              </a:solidFill>
              <a:latin typeface="Franklin Gothic Medium" panose="020B0603020102090204" pitchFamily="34" charset="0"/>
            </a:endParaRPr>
          </a:p>
        </p:txBody>
      </p:sp>
    </p:spTree>
  </p:cSld>
  <p:clrMapOvr>
    <a:masterClrMapping/>
  </p:clrMapOvr>
  <p:transition spd="med">
    <p:fade/>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F4F874-3A7A-36AF-D850-E8FF6CFC5D11}"/>
              </a:ext>
            </a:extLst>
          </p:cNvPr>
          <p:cNvSpPr>
            <a:spLocks noGrp="1"/>
          </p:cNvSpPr>
          <p:nvPr>
            <p:ph type="title"/>
          </p:nvPr>
        </p:nvSpPr>
        <p:spPr>
          <a:xfrm>
            <a:off x="876300" y="571500"/>
            <a:ext cx="16002000" cy="1322388"/>
          </a:xfrm>
        </p:spPr>
        <p:txBody>
          <a:bodyPr/>
          <a:lstStyle/>
          <a:p>
            <a:pPr defTabSz="1371408" eaLnBrk="1" fontAlgn="auto" hangingPunct="1">
              <a:spcAft>
                <a:spcPts val="0"/>
              </a:spcAft>
              <a:defRPr/>
            </a:pPr>
            <a:r>
              <a:rPr lang="es-ES_tradnl" dirty="0">
                <a:solidFill>
                  <a:schemeClr val="accent1"/>
                </a:solidFill>
              </a:rPr>
              <a:t>03 Resultados</a:t>
            </a:r>
            <a:br>
              <a:rPr lang="es-ES_tradnl" dirty="0"/>
            </a:br>
            <a:r>
              <a:rPr lang="es-ES_tradnl" dirty="0">
                <a:solidFill>
                  <a:srgbClr val="00566C"/>
                </a:solidFill>
              </a:rPr>
              <a:t>Hallazgos del análisis exploratorio</a:t>
            </a:r>
          </a:p>
        </p:txBody>
      </p:sp>
      <p:sp>
        <p:nvSpPr>
          <p:cNvPr id="12293" name="Slide Number Placeholder 2">
            <a:extLst>
              <a:ext uri="{FF2B5EF4-FFF2-40B4-BE49-F238E27FC236}">
                <a16:creationId xmlns:a16="http://schemas.microsoft.com/office/drawing/2014/main" id="{07D3DA6B-98AD-FE61-3DA2-672D343678E7}"/>
              </a:ext>
            </a:extLst>
          </p:cNvPr>
          <p:cNvSpPr txBox="1">
            <a:spLocks noChangeArrowheads="1"/>
          </p:cNvSpPr>
          <p:nvPr/>
        </p:nvSpPr>
        <p:spPr bwMode="auto">
          <a:xfrm>
            <a:off x="16916400" y="9072563"/>
            <a:ext cx="1733550" cy="923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1428" tIns="45713" rIns="91428" bIns="45713">
            <a:spAutoFit/>
          </a:bodyPr>
          <a:lstStyle>
            <a:lvl1pPr>
              <a:defRPr sz="2700">
                <a:solidFill>
                  <a:schemeClr val="tx1"/>
                </a:solidFill>
                <a:latin typeface="Franklin Gothic Book" panose="020B0503020102020204" pitchFamily="34" charset="0"/>
              </a:defRPr>
            </a:lvl1pPr>
            <a:lvl2pPr marL="742950" indent="-285750">
              <a:defRPr sz="2700">
                <a:solidFill>
                  <a:schemeClr val="tx1"/>
                </a:solidFill>
                <a:latin typeface="Franklin Gothic Book" panose="020B0503020102020204" pitchFamily="34" charset="0"/>
              </a:defRPr>
            </a:lvl2pPr>
            <a:lvl3pPr marL="1143000" indent="-228600">
              <a:defRPr sz="2700">
                <a:solidFill>
                  <a:schemeClr val="tx1"/>
                </a:solidFill>
                <a:latin typeface="Franklin Gothic Book" panose="020B0503020102020204" pitchFamily="34" charset="0"/>
              </a:defRPr>
            </a:lvl3pPr>
            <a:lvl4pPr marL="1600200" indent="-228600">
              <a:defRPr sz="2700">
                <a:solidFill>
                  <a:schemeClr val="tx1"/>
                </a:solidFill>
                <a:latin typeface="Franklin Gothic Book" panose="020B0503020102020204" pitchFamily="34" charset="0"/>
              </a:defRPr>
            </a:lvl4pPr>
            <a:lvl5pPr marL="2057400" indent="-228600">
              <a:defRPr sz="2700">
                <a:solidFill>
                  <a:schemeClr val="tx1"/>
                </a:solidFill>
                <a:latin typeface="Franklin Gothic Book" panose="020B0503020102020204" pitchFamily="34" charset="0"/>
              </a:defRPr>
            </a:lvl5pPr>
            <a:lvl6pPr marL="2514600" indent="-228600" defTabSz="1370013" eaLnBrk="0" fontAlgn="base" hangingPunct="0">
              <a:spcBef>
                <a:spcPct val="0"/>
              </a:spcBef>
              <a:spcAft>
                <a:spcPct val="0"/>
              </a:spcAft>
              <a:defRPr sz="2700">
                <a:solidFill>
                  <a:schemeClr val="tx1"/>
                </a:solidFill>
                <a:latin typeface="Franklin Gothic Book" panose="020B0503020102020204" pitchFamily="34" charset="0"/>
              </a:defRPr>
            </a:lvl6pPr>
            <a:lvl7pPr marL="2971800" indent="-228600" defTabSz="1370013" eaLnBrk="0" fontAlgn="base" hangingPunct="0">
              <a:spcBef>
                <a:spcPct val="0"/>
              </a:spcBef>
              <a:spcAft>
                <a:spcPct val="0"/>
              </a:spcAft>
              <a:defRPr sz="2700">
                <a:solidFill>
                  <a:schemeClr val="tx1"/>
                </a:solidFill>
                <a:latin typeface="Franklin Gothic Book" panose="020B0503020102020204" pitchFamily="34" charset="0"/>
              </a:defRPr>
            </a:lvl7pPr>
            <a:lvl8pPr marL="3429000" indent="-228600" defTabSz="1370013" eaLnBrk="0" fontAlgn="base" hangingPunct="0">
              <a:spcBef>
                <a:spcPct val="0"/>
              </a:spcBef>
              <a:spcAft>
                <a:spcPct val="0"/>
              </a:spcAft>
              <a:defRPr sz="2700">
                <a:solidFill>
                  <a:schemeClr val="tx1"/>
                </a:solidFill>
                <a:latin typeface="Franklin Gothic Book" panose="020B0503020102020204" pitchFamily="34" charset="0"/>
              </a:defRPr>
            </a:lvl8pPr>
            <a:lvl9pPr marL="3886200" indent="-228600" defTabSz="1370013" eaLnBrk="0" fontAlgn="base" hangingPunct="0">
              <a:spcBef>
                <a:spcPct val="0"/>
              </a:spcBef>
              <a:spcAft>
                <a:spcPct val="0"/>
              </a:spcAft>
              <a:defRPr sz="2700">
                <a:solidFill>
                  <a:schemeClr val="tx1"/>
                </a:solidFill>
                <a:latin typeface="Franklin Gothic Book" panose="020B0503020102020204" pitchFamily="34" charset="0"/>
              </a:defRPr>
            </a:lvl9pPr>
          </a:lstStyle>
          <a:p>
            <a:pPr eaLnBrk="1" hangingPunct="1"/>
            <a:r>
              <a:rPr lang="es-ES" altLang="es-ES" b="1">
                <a:solidFill>
                  <a:schemeClr val="accent2"/>
                </a:solidFill>
                <a:latin typeface="Franklin Gothic Medium" panose="020B0603020102090204" pitchFamily="34" charset="0"/>
              </a:rPr>
              <a:t>pág.</a:t>
            </a:r>
          </a:p>
          <a:p>
            <a:pPr eaLnBrk="1" hangingPunct="1"/>
            <a:r>
              <a:rPr lang="es-ES" altLang="es-ES" b="1">
                <a:solidFill>
                  <a:schemeClr val="accent2"/>
                </a:solidFill>
                <a:latin typeface="Franklin Gothic Medium" panose="020B0603020102090204" pitchFamily="34" charset="0"/>
              </a:rPr>
              <a:t>0</a:t>
            </a:r>
            <a:fld id="{EB48EA59-A2D3-4BAB-8B35-26AD123258B3}" type="slidenum">
              <a:rPr lang="es-ES" altLang="es-ES" b="1">
                <a:solidFill>
                  <a:schemeClr val="accent2"/>
                </a:solidFill>
                <a:latin typeface="Franklin Gothic Medium" panose="020B0603020102090204" pitchFamily="34" charset="0"/>
              </a:rPr>
              <a:pPr eaLnBrk="1" hangingPunct="1"/>
              <a:t>9</a:t>
            </a:fld>
            <a:endParaRPr lang="es-ES" altLang="es-ES" b="1">
              <a:solidFill>
                <a:schemeClr val="accent2"/>
              </a:solidFill>
              <a:latin typeface="Franklin Gothic Medium" panose="020B0603020102090204" pitchFamily="34" charset="0"/>
            </a:endParaRPr>
          </a:p>
        </p:txBody>
      </p:sp>
      <p:sp>
        <p:nvSpPr>
          <p:cNvPr id="12294" name="TextBox 12293"/>
          <p:cNvSpPr txBox="1"/>
          <p:nvPr/>
        </p:nvSpPr>
        <p:spPr>
          <a:xfrm>
            <a:off x="914400" y="2103120"/>
            <a:ext cx="16459200" cy="2011680"/>
          </a:xfrm>
          <a:prstGeom prst="rect">
            <a:avLst/>
          </a:prstGeom>
          <a:noFill/>
        </p:spPr>
        <p:txBody>
          <a:bodyPr wrap="square" anchor="t" lIns="45720" rIns="45720" tIns="27432" bIns="27432">
            <a:spAutoFit/>
          </a:bodyPr>
          <a:lstStyle/>
          <a:p>
            <a:pPr algn="l" marL="274320" indent="-274320">
              <a:spcAft>
                <a:spcPts val="800"/>
              </a:spcAft>
              <a:buClr>
                <a:srgbClr val="219BC3"/>
              </a:buClr>
              <a:buFont typeface="Arial"/>
              <a:buChar char="•"/>
            </a:pPr>
            <a:r>
              <a:rPr sz="2000" b="1">
                <a:solidFill>
                  <a:srgbClr val="00566C"/>
                </a:solidFill>
                <a:latin typeface="Franklin Gothic Book"/>
              </a:rPr>
              <a:t>Desbalance 578:1: </a:t>
            </a:r>
            <a:r>
              <a:rPr sz="2000" b="0">
                <a:solidFill>
                  <a:srgbClr val="3C3C48"/>
                </a:solidFill>
                <a:latin typeface="Franklin Gothic Book"/>
              </a:rPr>
              <a:t>predecir siempre 'legítima' da 99,83 % de accuracy y 0 fraudes detectados.</a:t>
            </a:r>
          </a:p>
          <a:p>
            <a:pPr algn="l" marL="274320" indent="-274320">
              <a:spcAft>
                <a:spcPts val="800"/>
              </a:spcAft>
              <a:buClr>
                <a:srgbClr val="219BC3"/>
              </a:buClr>
              <a:buFont typeface="Arial"/>
              <a:buChar char="•"/>
            </a:pPr>
            <a:r>
              <a:rPr sz="2000" b="1">
                <a:solidFill>
                  <a:srgbClr val="00566C"/>
                </a:solidFill>
                <a:latin typeface="Franklin Gothic Book"/>
              </a:rPr>
              <a:t>Importe: </a:t>
            </a:r>
            <a:r>
              <a:rPr sz="2000" b="0">
                <a:solidFill>
                  <a:srgbClr val="3C3C48"/>
                </a:solidFill>
                <a:latin typeface="Franklin Gothic Book"/>
              </a:rPr>
              <a:t>mediana del fraude 9,25 € frente a 22 € en legítimas; el 35 % de los fraudes es &lt; 1 € (pruebas de tarjeta).</a:t>
            </a:r>
          </a:p>
          <a:p>
            <a:pPr algn="l" marL="274320" indent="-274320">
              <a:spcAft>
                <a:spcPts val="800"/>
              </a:spcAft>
              <a:buClr>
                <a:srgbClr val="219BC3"/>
              </a:buClr>
              <a:buFont typeface="Arial"/>
              <a:buChar char="•"/>
            </a:pPr>
            <a:r>
              <a:rPr sz="2000" b="1">
                <a:solidFill>
                  <a:srgbClr val="00566C"/>
                </a:solidFill>
                <a:latin typeface="Franklin Gothic Book"/>
              </a:rPr>
              <a:t>Horario y variables: </a:t>
            </a:r>
            <a:r>
              <a:rPr sz="2000" b="0">
                <a:solidFill>
                  <a:srgbClr val="3C3C48"/>
                </a:solidFill>
                <a:latin typeface="Franklin Gothic Book"/>
              </a:rPr>
              <a:t>el fraude no cae de noche; V14, V17, V12 y V10 son las más discriminativas.</a:t>
            </a:r>
          </a:p>
        </p:txBody>
      </p:sp>
      <p:pic>
        <p:nvPicPr>
          <p:cNvPr id="12295" name="Picture 12294" descr="fig03.png"/>
          <p:cNvPicPr>
            <a:picLocks noChangeAspect="1"/>
          </p:cNvPicPr>
          <p:nvPr/>
        </p:nvPicPr>
        <p:blipFill>
          <a:blip r:embed="rId2"/>
          <a:stretch>
            <a:fillRect/>
          </a:stretch>
        </p:blipFill>
        <p:spPr>
          <a:xfrm>
            <a:off x="1463040" y="3977639"/>
            <a:ext cx="15361920" cy="3900622"/>
          </a:xfrm>
          <a:prstGeom prst="rect">
            <a:avLst/>
          </a:prstGeom>
        </p:spPr>
      </p:pic>
      <p:sp>
        <p:nvSpPr>
          <p:cNvPr id="12296" name="TextBox 12295"/>
          <p:cNvSpPr txBox="1"/>
          <p:nvPr/>
        </p:nvSpPr>
        <p:spPr>
          <a:xfrm>
            <a:off x="1463040" y="8229600"/>
            <a:ext cx="12801600" cy="365760"/>
          </a:xfrm>
          <a:prstGeom prst="rect">
            <a:avLst/>
          </a:prstGeom>
          <a:noFill/>
        </p:spPr>
        <p:txBody>
          <a:bodyPr wrap="square" anchor="t" lIns="45720" rIns="45720" tIns="27432" bIns="27432">
            <a:spAutoFit/>
          </a:bodyPr>
          <a:lstStyle/>
          <a:p>
            <a:pPr algn="l" marL="0" indent="0">
              <a:spcAft>
                <a:spcPts val="800"/>
              </a:spcAft>
              <a:buNone/>
            </a:pPr>
            <a:r>
              <a:rPr sz="1200" b="0">
                <a:solidFill>
                  <a:srgbClr val="858591"/>
                </a:solidFill>
                <a:latin typeface="Franklin Gothic Book"/>
              </a:rPr>
              <a:t>Figura 3 del TFM: variable Amount por clase (escala log, boxplot y distribución acumulada).</a:t>
            </a:r>
          </a:p>
        </p:txBody>
      </p:sp>
    </p:spTree>
  </p:cSld>
  <p:clrMapOvr>
    <a:masterClrMapping/>
  </p:clrMapOvr>
  <p:transition spd="med">
    <p:fade/>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395A2E-21EA-4CF3-DA10-2B6986D21741}"/>
              </a:ext>
            </a:extLst>
          </p:cNvPr>
          <p:cNvSpPr>
            <a:spLocks noGrp="1"/>
          </p:cNvSpPr>
          <p:nvPr>
            <p:ph type="title"/>
          </p:nvPr>
        </p:nvSpPr>
        <p:spPr>
          <a:xfrm>
            <a:off x="876300" y="571500"/>
            <a:ext cx="16002000" cy="1322388"/>
          </a:xfrm>
        </p:spPr>
        <p:txBody>
          <a:bodyPr/>
          <a:lstStyle/>
          <a:p>
            <a:pPr defTabSz="1371408" eaLnBrk="1" fontAlgn="auto" hangingPunct="1">
              <a:spcAft>
                <a:spcPts val="0"/>
              </a:spcAft>
              <a:defRPr/>
            </a:pPr>
            <a:r>
              <a:rPr lang="es-ES_tradnl">
                <a:solidFill>
                  <a:schemeClr val="accent1"/>
                </a:solidFill>
              </a:rPr>
              <a:t>03 Resultados</a:t>
            </a:r>
            <a:br>
              <a:rPr lang="es-ES_tradnl">
                <a:solidFill>
                  <a:schemeClr val="accent1"/>
                </a:solidFill>
              </a:rPr>
            </a:br>
            <a:r>
              <a:rPr lang="es-ES_tradnl" err="1">
                <a:solidFill>
                  <a:srgbClr val="00566C"/>
                </a:solidFill>
              </a:rPr>
              <a:t>Comparativa sobre ULB (test: 98 fraudes)</a:t>
            </a:r>
          </a:p>
        </p:txBody>
      </p:sp>
      <p:sp>
        <p:nvSpPr>
          <p:cNvPr id="17467" name="Slide Number Placeholder 2">
            <a:extLst>
              <a:ext uri="{FF2B5EF4-FFF2-40B4-BE49-F238E27FC236}">
                <a16:creationId xmlns:a16="http://schemas.microsoft.com/office/drawing/2014/main" id="{25E8E64E-2B25-8498-E42E-C76A3C919B1D}"/>
              </a:ext>
            </a:extLst>
          </p:cNvPr>
          <p:cNvSpPr txBox="1">
            <a:spLocks noChangeArrowheads="1"/>
          </p:cNvSpPr>
          <p:nvPr/>
        </p:nvSpPr>
        <p:spPr bwMode="auto">
          <a:xfrm>
            <a:off x="16916400" y="9072563"/>
            <a:ext cx="1733550" cy="923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1428" tIns="45713" rIns="91428" bIns="45713">
            <a:spAutoFit/>
          </a:bodyPr>
          <a:lstStyle>
            <a:lvl1pPr>
              <a:defRPr sz="2700">
                <a:solidFill>
                  <a:schemeClr val="tx1"/>
                </a:solidFill>
                <a:latin typeface="Franklin Gothic Book" panose="020B0503020102020204" pitchFamily="34" charset="0"/>
              </a:defRPr>
            </a:lvl1pPr>
            <a:lvl2pPr marL="742950" indent="-285750">
              <a:defRPr sz="2700">
                <a:solidFill>
                  <a:schemeClr val="tx1"/>
                </a:solidFill>
                <a:latin typeface="Franklin Gothic Book" panose="020B0503020102020204" pitchFamily="34" charset="0"/>
              </a:defRPr>
            </a:lvl2pPr>
            <a:lvl3pPr marL="1143000" indent="-228600">
              <a:defRPr sz="2700">
                <a:solidFill>
                  <a:schemeClr val="tx1"/>
                </a:solidFill>
                <a:latin typeface="Franklin Gothic Book" panose="020B0503020102020204" pitchFamily="34" charset="0"/>
              </a:defRPr>
            </a:lvl3pPr>
            <a:lvl4pPr marL="1600200" indent="-228600">
              <a:defRPr sz="2700">
                <a:solidFill>
                  <a:schemeClr val="tx1"/>
                </a:solidFill>
                <a:latin typeface="Franklin Gothic Book" panose="020B0503020102020204" pitchFamily="34" charset="0"/>
              </a:defRPr>
            </a:lvl4pPr>
            <a:lvl5pPr marL="2057400" indent="-228600">
              <a:defRPr sz="2700">
                <a:solidFill>
                  <a:schemeClr val="tx1"/>
                </a:solidFill>
                <a:latin typeface="Franklin Gothic Book" panose="020B0503020102020204" pitchFamily="34" charset="0"/>
              </a:defRPr>
            </a:lvl5pPr>
            <a:lvl6pPr marL="2514600" indent="-228600" defTabSz="1370013" eaLnBrk="0" fontAlgn="base" hangingPunct="0">
              <a:spcBef>
                <a:spcPct val="0"/>
              </a:spcBef>
              <a:spcAft>
                <a:spcPct val="0"/>
              </a:spcAft>
              <a:defRPr sz="2700">
                <a:solidFill>
                  <a:schemeClr val="tx1"/>
                </a:solidFill>
                <a:latin typeface="Franklin Gothic Book" panose="020B0503020102020204" pitchFamily="34" charset="0"/>
              </a:defRPr>
            </a:lvl6pPr>
            <a:lvl7pPr marL="2971800" indent="-228600" defTabSz="1370013" eaLnBrk="0" fontAlgn="base" hangingPunct="0">
              <a:spcBef>
                <a:spcPct val="0"/>
              </a:spcBef>
              <a:spcAft>
                <a:spcPct val="0"/>
              </a:spcAft>
              <a:defRPr sz="2700">
                <a:solidFill>
                  <a:schemeClr val="tx1"/>
                </a:solidFill>
                <a:latin typeface="Franklin Gothic Book" panose="020B0503020102020204" pitchFamily="34" charset="0"/>
              </a:defRPr>
            </a:lvl7pPr>
            <a:lvl8pPr marL="3429000" indent="-228600" defTabSz="1370013" eaLnBrk="0" fontAlgn="base" hangingPunct="0">
              <a:spcBef>
                <a:spcPct val="0"/>
              </a:spcBef>
              <a:spcAft>
                <a:spcPct val="0"/>
              </a:spcAft>
              <a:defRPr sz="2700">
                <a:solidFill>
                  <a:schemeClr val="tx1"/>
                </a:solidFill>
                <a:latin typeface="Franklin Gothic Book" panose="020B0503020102020204" pitchFamily="34" charset="0"/>
              </a:defRPr>
            </a:lvl8pPr>
            <a:lvl9pPr marL="3886200" indent="-228600" defTabSz="1370013" eaLnBrk="0" fontAlgn="base" hangingPunct="0">
              <a:spcBef>
                <a:spcPct val="0"/>
              </a:spcBef>
              <a:spcAft>
                <a:spcPct val="0"/>
              </a:spcAft>
              <a:defRPr sz="2700">
                <a:solidFill>
                  <a:schemeClr val="tx1"/>
                </a:solidFill>
                <a:latin typeface="Franklin Gothic Book" panose="020B0503020102020204" pitchFamily="34" charset="0"/>
              </a:defRPr>
            </a:lvl9pPr>
          </a:lstStyle>
          <a:p>
            <a:pPr eaLnBrk="1" hangingPunct="1"/>
            <a:r>
              <a:rPr lang="es-ES_tradnl" altLang="es-ES" b="1">
                <a:solidFill>
                  <a:schemeClr val="accent2"/>
                </a:solidFill>
                <a:latin typeface="Franklin Gothic Medium" panose="020B0603020102090204" pitchFamily="34" charset="0"/>
              </a:rPr>
              <a:t>pág.</a:t>
            </a:r>
          </a:p>
          <a:p>
            <a:pPr eaLnBrk="1" hangingPunct="1"/>
            <a:fld id="{CBBE2CE8-E55E-4A1E-BAD8-BD89860AFB98}" type="slidenum">
              <a:rPr lang="es-ES_tradnl" altLang="es-ES" b="1">
                <a:solidFill>
                  <a:schemeClr val="accent2"/>
                </a:solidFill>
                <a:latin typeface="Franklin Gothic Medium" panose="020B0603020102090204" pitchFamily="34" charset="0"/>
              </a:rPr>
              <a:pPr eaLnBrk="1" hangingPunct="1"/>
              <a:t>10</a:t>
            </a:fld>
            <a:endParaRPr lang="es-ES_tradnl" altLang="es-ES" b="1">
              <a:solidFill>
                <a:schemeClr val="accent2"/>
              </a:solidFill>
              <a:latin typeface="Franklin Gothic Medium" panose="020B0603020102090204" pitchFamily="34" charset="0"/>
            </a:endParaRPr>
          </a:p>
        </p:txBody>
      </p:sp>
      <p:graphicFrame>
        <p:nvGraphicFramePr>
          <p:cNvPr id="17468" name="Table 17467"/>
          <p:cNvGraphicFramePr>
            <a:graphicFrameLocks noGrp="1"/>
          </p:cNvGraphicFramePr>
          <p:nvPr/>
        </p:nvGraphicFramePr>
        <p:xfrm>
          <a:off x="1371600" y="2103120"/>
          <a:ext cx="15544800" cy="5852160"/>
        </p:xfrm>
        <a:graphic>
          <a:graphicData uri="http://schemas.openxmlformats.org/drawingml/2006/table">
            <a:tbl>
              <a:tblPr firstRow="0" bandRow="0">
                <a:tableStyleId>{5940675A-B579-460E-94D1-54222C63F5DA}</a:tableStyleId>
              </a:tblPr>
              <a:tblGrid>
                <a:gridCol w="2651760"/>
                <a:gridCol w="2468880"/>
                <a:gridCol w="1463040"/>
                <a:gridCol w="1463040"/>
                <a:gridCol w="1645920"/>
                <a:gridCol w="1371600"/>
                <a:gridCol w="2194560"/>
                <a:gridCol w="2286000"/>
              </a:tblGrid>
              <a:tr h="585216">
                <a:tc>
                  <a:txBody>
                    <a:bodyPr wrap="square"/>
                    <a:lstStyle/>
                    <a:p>
                      <a:pPr algn="l"/>
                      <a:r>
                        <a:rPr sz="1700" b="1">
                          <a:solidFill>
                            <a:srgbClr val="FFFFFF"/>
                          </a:solidFill>
                          <a:latin typeface="Franklin Gothic Medium"/>
                        </a:rPr>
                        <a:t>Modelo</a:t>
                      </a:r>
                    </a:p>
                  </a:txBody>
                  <a:tcPr marL="91440" marR="91440" marT="36576" marB="36576" anchor="ctr">
                    <a:lnL w="12700">
                      <a:solidFill>
                        <a:srgbClr val="FFFFFF"/>
                      </a:solidFill>
                    </a:lnL>
                    <a:lnR w="12700">
                      <a:solidFill>
                        <a:srgbClr val="FFFFFF"/>
                      </a:solidFill>
                    </a:lnR>
                    <a:lnT w="12700">
                      <a:solidFill>
                        <a:srgbClr val="FFFFFF"/>
                      </a:solidFill>
                    </a:lnT>
                    <a:lnB w="12700">
                      <a:solidFill>
                        <a:srgbClr val="FFFFFF"/>
                      </a:solidFill>
                    </a:lnB>
                    <a:solidFill>
                      <a:srgbClr val="219BC3"/>
                    </a:solidFill>
                  </a:tcPr>
                </a:tc>
                <a:tc>
                  <a:txBody>
                    <a:bodyPr wrap="square"/>
                    <a:lstStyle/>
                    <a:p>
                      <a:pPr algn="ctr"/>
                      <a:r>
                        <a:rPr sz="1700" b="1">
                          <a:solidFill>
                            <a:srgbClr val="FFFFFF"/>
                          </a:solidFill>
                          <a:latin typeface="Franklin Gothic Medium"/>
                        </a:rPr>
                        <a:t>Estrategia</a:t>
                      </a:r>
                    </a:p>
                  </a:txBody>
                  <a:tcPr marL="91440" marR="91440" marT="36576" marB="36576" anchor="ctr">
                    <a:lnL w="12700">
                      <a:solidFill>
                        <a:srgbClr val="FFFFFF"/>
                      </a:solidFill>
                    </a:lnL>
                    <a:lnR w="12700">
                      <a:solidFill>
                        <a:srgbClr val="FFFFFF"/>
                      </a:solidFill>
                    </a:lnR>
                    <a:lnT w="12700">
                      <a:solidFill>
                        <a:srgbClr val="FFFFFF"/>
                      </a:solidFill>
                    </a:lnT>
                    <a:lnB w="12700">
                      <a:solidFill>
                        <a:srgbClr val="FFFFFF"/>
                      </a:solidFill>
                    </a:lnB>
                    <a:solidFill>
                      <a:srgbClr val="219BC3"/>
                    </a:solidFill>
                  </a:tcPr>
                </a:tc>
                <a:tc>
                  <a:txBody>
                    <a:bodyPr wrap="square"/>
                    <a:lstStyle/>
                    <a:p>
                      <a:pPr algn="ctr"/>
                      <a:r>
                        <a:rPr sz="1700" b="1">
                          <a:solidFill>
                            <a:srgbClr val="FFFFFF"/>
                          </a:solidFill>
                          <a:latin typeface="Franklin Gothic Medium"/>
                        </a:rPr>
                        <a:t>AUC-PR</a:t>
                      </a:r>
                    </a:p>
                  </a:txBody>
                  <a:tcPr marL="91440" marR="91440" marT="36576" marB="36576" anchor="ctr">
                    <a:lnL w="12700">
                      <a:solidFill>
                        <a:srgbClr val="FFFFFF"/>
                      </a:solidFill>
                    </a:lnL>
                    <a:lnR w="12700">
                      <a:solidFill>
                        <a:srgbClr val="FFFFFF"/>
                      </a:solidFill>
                    </a:lnR>
                    <a:lnT w="12700">
                      <a:solidFill>
                        <a:srgbClr val="FFFFFF"/>
                      </a:solidFill>
                    </a:lnT>
                    <a:lnB w="12700">
                      <a:solidFill>
                        <a:srgbClr val="FFFFFF"/>
                      </a:solidFill>
                    </a:lnB>
                    <a:solidFill>
                      <a:srgbClr val="219BC3"/>
                    </a:solidFill>
                  </a:tcPr>
                </a:tc>
                <a:tc>
                  <a:txBody>
                    <a:bodyPr wrap="square"/>
                    <a:lstStyle/>
                    <a:p>
                      <a:pPr algn="ctr"/>
                      <a:r>
                        <a:rPr sz="1700" b="1">
                          <a:solidFill>
                            <a:srgbClr val="FFFFFF"/>
                          </a:solidFill>
                          <a:latin typeface="Franklin Gothic Medium"/>
                        </a:rPr>
                        <a:t>Recall</a:t>
                      </a:r>
                    </a:p>
                  </a:txBody>
                  <a:tcPr marL="91440" marR="91440" marT="36576" marB="36576" anchor="ctr">
                    <a:lnL w="12700">
                      <a:solidFill>
                        <a:srgbClr val="FFFFFF"/>
                      </a:solidFill>
                    </a:lnL>
                    <a:lnR w="12700">
                      <a:solidFill>
                        <a:srgbClr val="FFFFFF"/>
                      </a:solidFill>
                    </a:lnR>
                    <a:lnT w="12700">
                      <a:solidFill>
                        <a:srgbClr val="FFFFFF"/>
                      </a:solidFill>
                    </a:lnT>
                    <a:lnB w="12700">
                      <a:solidFill>
                        <a:srgbClr val="FFFFFF"/>
                      </a:solidFill>
                    </a:lnB>
                    <a:solidFill>
                      <a:srgbClr val="219BC3"/>
                    </a:solidFill>
                  </a:tcPr>
                </a:tc>
                <a:tc>
                  <a:txBody>
                    <a:bodyPr wrap="square"/>
                    <a:lstStyle/>
                    <a:p>
                      <a:pPr algn="ctr"/>
                      <a:r>
                        <a:rPr sz="1700" b="1">
                          <a:solidFill>
                            <a:srgbClr val="FFFFFF"/>
                          </a:solidFill>
                          <a:latin typeface="Franklin Gothic Medium"/>
                        </a:rPr>
                        <a:t>Precisión</a:t>
                      </a:r>
                    </a:p>
                  </a:txBody>
                  <a:tcPr marL="91440" marR="91440" marT="36576" marB="36576" anchor="ctr">
                    <a:lnL w="12700">
                      <a:solidFill>
                        <a:srgbClr val="FFFFFF"/>
                      </a:solidFill>
                    </a:lnL>
                    <a:lnR w="12700">
                      <a:solidFill>
                        <a:srgbClr val="FFFFFF"/>
                      </a:solidFill>
                    </a:lnR>
                    <a:lnT w="12700">
                      <a:solidFill>
                        <a:srgbClr val="FFFFFF"/>
                      </a:solidFill>
                    </a:lnT>
                    <a:lnB w="12700">
                      <a:solidFill>
                        <a:srgbClr val="FFFFFF"/>
                      </a:solidFill>
                    </a:lnB>
                    <a:solidFill>
                      <a:srgbClr val="219BC3"/>
                    </a:solidFill>
                  </a:tcPr>
                </a:tc>
                <a:tc>
                  <a:txBody>
                    <a:bodyPr wrap="square"/>
                    <a:lstStyle/>
                    <a:p>
                      <a:pPr algn="ctr"/>
                      <a:r>
                        <a:rPr sz="1700" b="1">
                          <a:solidFill>
                            <a:srgbClr val="FFFFFF"/>
                          </a:solidFill>
                          <a:latin typeface="Franklin Gothic Medium"/>
                        </a:rPr>
                        <a:t>F1</a:t>
                      </a:r>
                    </a:p>
                  </a:txBody>
                  <a:tcPr marL="91440" marR="91440" marT="36576" marB="36576" anchor="ctr">
                    <a:lnL w="12700">
                      <a:solidFill>
                        <a:srgbClr val="FFFFFF"/>
                      </a:solidFill>
                    </a:lnL>
                    <a:lnR w="12700">
                      <a:solidFill>
                        <a:srgbClr val="FFFFFF"/>
                      </a:solidFill>
                    </a:lnR>
                    <a:lnT w="12700">
                      <a:solidFill>
                        <a:srgbClr val="FFFFFF"/>
                      </a:solidFill>
                    </a:lnT>
                    <a:lnB w="12700">
                      <a:solidFill>
                        <a:srgbClr val="FFFFFF"/>
                      </a:solidFill>
                    </a:lnB>
                    <a:solidFill>
                      <a:srgbClr val="219BC3"/>
                    </a:solidFill>
                  </a:tcPr>
                </a:tc>
                <a:tc>
                  <a:txBody>
                    <a:bodyPr wrap="square"/>
                    <a:lstStyle/>
                    <a:p>
                      <a:pPr algn="ctr"/>
                      <a:r>
                        <a:rPr sz="1700" b="1">
                          <a:solidFill>
                            <a:srgbClr val="FFFFFF"/>
                          </a:solidFill>
                          <a:latin typeface="Franklin Gothic Medium"/>
                        </a:rPr>
                        <a:t>Fraudes detect.</a:t>
                      </a:r>
                    </a:p>
                  </a:txBody>
                  <a:tcPr marL="91440" marR="91440" marT="36576" marB="36576" anchor="ctr">
                    <a:lnL w="12700">
                      <a:solidFill>
                        <a:srgbClr val="FFFFFF"/>
                      </a:solidFill>
                    </a:lnL>
                    <a:lnR w="12700">
                      <a:solidFill>
                        <a:srgbClr val="FFFFFF"/>
                      </a:solidFill>
                    </a:lnR>
                    <a:lnT w="12700">
                      <a:solidFill>
                        <a:srgbClr val="FFFFFF"/>
                      </a:solidFill>
                    </a:lnT>
                    <a:lnB w="12700">
                      <a:solidFill>
                        <a:srgbClr val="FFFFFF"/>
                      </a:solidFill>
                    </a:lnB>
                    <a:solidFill>
                      <a:srgbClr val="219BC3"/>
                    </a:solidFill>
                  </a:tcPr>
                </a:tc>
                <a:tc>
                  <a:txBody>
                    <a:bodyPr wrap="square"/>
                    <a:lstStyle/>
                    <a:p>
                      <a:pPr algn="ctr"/>
                      <a:r>
                        <a:rPr sz="1700" b="1">
                          <a:solidFill>
                            <a:srgbClr val="FFFFFF"/>
                          </a:solidFill>
                          <a:latin typeface="Franklin Gothic Medium"/>
                        </a:rPr>
                        <a:t>Falsas alarmas</a:t>
                      </a:r>
                    </a:p>
                  </a:txBody>
                  <a:tcPr marL="91440" marR="91440" marT="36576" marB="36576" anchor="ctr">
                    <a:lnL w="12700">
                      <a:solidFill>
                        <a:srgbClr val="FFFFFF"/>
                      </a:solidFill>
                    </a:lnL>
                    <a:lnR w="12700">
                      <a:solidFill>
                        <a:srgbClr val="FFFFFF"/>
                      </a:solidFill>
                    </a:lnR>
                    <a:lnT w="12700">
                      <a:solidFill>
                        <a:srgbClr val="FFFFFF"/>
                      </a:solidFill>
                    </a:lnT>
                    <a:lnB w="12700">
                      <a:solidFill>
                        <a:srgbClr val="FFFFFF"/>
                      </a:solidFill>
                    </a:lnB>
                    <a:solidFill>
                      <a:srgbClr val="219BC3"/>
                    </a:solidFill>
                  </a:tcPr>
                </a:tc>
              </a:tr>
              <a:tr h="585216">
                <a:tc>
                  <a:txBody>
                    <a:bodyPr wrap="square"/>
                    <a:lstStyle/>
                    <a:p>
                      <a:pPr algn="l"/>
                      <a:r>
                        <a:rPr sz="1700" b="1">
                          <a:solidFill>
                            <a:srgbClr val="00566C"/>
                          </a:solidFill>
                          <a:latin typeface="Franklin Gothic Medium"/>
                        </a:rPr>
                        <a:t>XGBoost</a:t>
                      </a:r>
                    </a:p>
                  </a:txBody>
                  <a:tcPr marL="91440" marR="91440" marT="36576" marB="36576" anchor="ctr">
                    <a:lnL w="12700">
                      <a:solidFill>
                        <a:srgbClr val="FFFFFF"/>
                      </a:solidFill>
                    </a:lnL>
                    <a:lnR w="12700">
                      <a:solidFill>
                        <a:srgbClr val="FFFFFF"/>
                      </a:solidFill>
                    </a:lnR>
                    <a:lnT w="12700">
                      <a:solidFill>
                        <a:srgbClr val="FFFFFF"/>
                      </a:solidFill>
                    </a:lnT>
                    <a:lnB w="12700">
                      <a:solidFill>
                        <a:srgbClr val="FFFFFF"/>
                      </a:solidFill>
                    </a:lnB>
                    <a:solidFill>
                      <a:srgbClr val="D6EEF6"/>
                    </a:solidFill>
                  </a:tcPr>
                </a:tc>
                <a:tc>
                  <a:txBody>
                    <a:bodyPr wrap="square"/>
                    <a:lstStyle/>
                    <a:p>
                      <a:pPr algn="ctr"/>
                      <a:r>
                        <a:rPr sz="1700" b="1">
                          <a:solidFill>
                            <a:srgbClr val="00566C"/>
                          </a:solidFill>
                          <a:latin typeface="Franklin Gothic Medium"/>
                        </a:rPr>
                        <a:t>Sin tratamiento</a:t>
                      </a:r>
                    </a:p>
                  </a:txBody>
                  <a:tcPr marL="91440" marR="91440" marT="36576" marB="36576" anchor="ctr">
                    <a:lnL w="12700">
                      <a:solidFill>
                        <a:srgbClr val="FFFFFF"/>
                      </a:solidFill>
                    </a:lnL>
                    <a:lnR w="12700">
                      <a:solidFill>
                        <a:srgbClr val="FFFFFF"/>
                      </a:solidFill>
                    </a:lnR>
                    <a:lnT w="12700">
                      <a:solidFill>
                        <a:srgbClr val="FFFFFF"/>
                      </a:solidFill>
                    </a:lnT>
                    <a:lnB w="12700">
                      <a:solidFill>
                        <a:srgbClr val="FFFFFF"/>
                      </a:solidFill>
                    </a:lnB>
                    <a:solidFill>
                      <a:srgbClr val="D6EEF6"/>
                    </a:solidFill>
                  </a:tcPr>
                </a:tc>
                <a:tc>
                  <a:txBody>
                    <a:bodyPr wrap="square"/>
                    <a:lstStyle/>
                    <a:p>
                      <a:pPr algn="ctr"/>
                      <a:r>
                        <a:rPr sz="1700" b="1">
                          <a:solidFill>
                            <a:srgbClr val="00566C"/>
                          </a:solidFill>
                          <a:latin typeface="Franklin Gothic Medium"/>
                        </a:rPr>
                        <a:t>0,883</a:t>
                      </a:r>
                    </a:p>
                  </a:txBody>
                  <a:tcPr marL="91440" marR="91440" marT="36576" marB="36576" anchor="ctr">
                    <a:lnL w="12700">
                      <a:solidFill>
                        <a:srgbClr val="FFFFFF"/>
                      </a:solidFill>
                    </a:lnL>
                    <a:lnR w="12700">
                      <a:solidFill>
                        <a:srgbClr val="FFFFFF"/>
                      </a:solidFill>
                    </a:lnR>
                    <a:lnT w="12700">
                      <a:solidFill>
                        <a:srgbClr val="FFFFFF"/>
                      </a:solidFill>
                    </a:lnT>
                    <a:lnB w="12700">
                      <a:solidFill>
                        <a:srgbClr val="FFFFFF"/>
                      </a:solidFill>
                    </a:lnB>
                    <a:solidFill>
                      <a:srgbClr val="D6EEF6"/>
                    </a:solidFill>
                  </a:tcPr>
                </a:tc>
                <a:tc>
                  <a:txBody>
                    <a:bodyPr wrap="square"/>
                    <a:lstStyle/>
                    <a:p>
                      <a:pPr algn="ctr"/>
                      <a:r>
                        <a:rPr sz="1700" b="1">
                          <a:solidFill>
                            <a:srgbClr val="00566C"/>
                          </a:solidFill>
                          <a:latin typeface="Franklin Gothic Medium"/>
                        </a:rPr>
                        <a:t>0,837</a:t>
                      </a:r>
                    </a:p>
                  </a:txBody>
                  <a:tcPr marL="91440" marR="91440" marT="36576" marB="36576" anchor="ctr">
                    <a:lnL w="12700">
                      <a:solidFill>
                        <a:srgbClr val="FFFFFF"/>
                      </a:solidFill>
                    </a:lnL>
                    <a:lnR w="12700">
                      <a:solidFill>
                        <a:srgbClr val="FFFFFF"/>
                      </a:solidFill>
                    </a:lnR>
                    <a:lnT w="12700">
                      <a:solidFill>
                        <a:srgbClr val="FFFFFF"/>
                      </a:solidFill>
                    </a:lnT>
                    <a:lnB w="12700">
                      <a:solidFill>
                        <a:srgbClr val="FFFFFF"/>
                      </a:solidFill>
                    </a:lnB>
                    <a:solidFill>
                      <a:srgbClr val="D6EEF6"/>
                    </a:solidFill>
                  </a:tcPr>
                </a:tc>
                <a:tc>
                  <a:txBody>
                    <a:bodyPr wrap="square"/>
                    <a:lstStyle/>
                    <a:p>
                      <a:pPr algn="ctr"/>
                      <a:r>
                        <a:rPr sz="1700" b="1">
                          <a:solidFill>
                            <a:srgbClr val="00566C"/>
                          </a:solidFill>
                          <a:latin typeface="Franklin Gothic Medium"/>
                        </a:rPr>
                        <a:t>0,882</a:t>
                      </a:r>
                    </a:p>
                  </a:txBody>
                  <a:tcPr marL="91440" marR="91440" marT="36576" marB="36576" anchor="ctr">
                    <a:lnL w="12700">
                      <a:solidFill>
                        <a:srgbClr val="FFFFFF"/>
                      </a:solidFill>
                    </a:lnL>
                    <a:lnR w="12700">
                      <a:solidFill>
                        <a:srgbClr val="FFFFFF"/>
                      </a:solidFill>
                    </a:lnR>
                    <a:lnT w="12700">
                      <a:solidFill>
                        <a:srgbClr val="FFFFFF"/>
                      </a:solidFill>
                    </a:lnT>
                    <a:lnB w="12700">
                      <a:solidFill>
                        <a:srgbClr val="FFFFFF"/>
                      </a:solidFill>
                    </a:lnB>
                    <a:solidFill>
                      <a:srgbClr val="D6EEF6"/>
                    </a:solidFill>
                  </a:tcPr>
                </a:tc>
                <a:tc>
                  <a:txBody>
                    <a:bodyPr wrap="square"/>
                    <a:lstStyle/>
                    <a:p>
                      <a:pPr algn="ctr"/>
                      <a:r>
                        <a:rPr sz="1700" b="1">
                          <a:solidFill>
                            <a:srgbClr val="00566C"/>
                          </a:solidFill>
                          <a:latin typeface="Franklin Gothic Medium"/>
                        </a:rPr>
                        <a:t>0,859</a:t>
                      </a:r>
                    </a:p>
                  </a:txBody>
                  <a:tcPr marL="91440" marR="91440" marT="36576" marB="36576" anchor="ctr">
                    <a:lnL w="12700">
                      <a:solidFill>
                        <a:srgbClr val="FFFFFF"/>
                      </a:solidFill>
                    </a:lnL>
                    <a:lnR w="12700">
                      <a:solidFill>
                        <a:srgbClr val="FFFFFF"/>
                      </a:solidFill>
                    </a:lnR>
                    <a:lnT w="12700">
                      <a:solidFill>
                        <a:srgbClr val="FFFFFF"/>
                      </a:solidFill>
                    </a:lnT>
                    <a:lnB w="12700">
                      <a:solidFill>
                        <a:srgbClr val="FFFFFF"/>
                      </a:solidFill>
                    </a:lnB>
                    <a:solidFill>
                      <a:srgbClr val="D6EEF6"/>
                    </a:solidFill>
                  </a:tcPr>
                </a:tc>
                <a:tc>
                  <a:txBody>
                    <a:bodyPr wrap="square"/>
                    <a:lstStyle/>
                    <a:p>
                      <a:pPr algn="ctr"/>
                      <a:r>
                        <a:rPr sz="1700" b="1">
                          <a:solidFill>
                            <a:srgbClr val="00566C"/>
                          </a:solidFill>
                          <a:latin typeface="Franklin Gothic Medium"/>
                        </a:rPr>
                        <a:t>82 / 98</a:t>
                      </a:r>
                    </a:p>
                  </a:txBody>
                  <a:tcPr marL="91440" marR="91440" marT="36576" marB="36576" anchor="ctr">
                    <a:lnL w="12700">
                      <a:solidFill>
                        <a:srgbClr val="FFFFFF"/>
                      </a:solidFill>
                    </a:lnL>
                    <a:lnR w="12700">
                      <a:solidFill>
                        <a:srgbClr val="FFFFFF"/>
                      </a:solidFill>
                    </a:lnR>
                    <a:lnT w="12700">
                      <a:solidFill>
                        <a:srgbClr val="FFFFFF"/>
                      </a:solidFill>
                    </a:lnT>
                    <a:lnB w="12700">
                      <a:solidFill>
                        <a:srgbClr val="FFFFFF"/>
                      </a:solidFill>
                    </a:lnB>
                    <a:solidFill>
                      <a:srgbClr val="D6EEF6"/>
                    </a:solidFill>
                  </a:tcPr>
                </a:tc>
                <a:tc>
                  <a:txBody>
                    <a:bodyPr wrap="square"/>
                    <a:lstStyle/>
                    <a:p>
                      <a:pPr algn="ctr"/>
                      <a:r>
                        <a:rPr sz="1700" b="1">
                          <a:solidFill>
                            <a:srgbClr val="00566C"/>
                          </a:solidFill>
                          <a:latin typeface="Franklin Gothic Medium"/>
                        </a:rPr>
                        <a:t>11</a:t>
                      </a:r>
                    </a:p>
                  </a:txBody>
                  <a:tcPr marL="91440" marR="91440" marT="36576" marB="36576" anchor="ctr">
                    <a:lnL w="12700">
                      <a:solidFill>
                        <a:srgbClr val="FFFFFF"/>
                      </a:solidFill>
                    </a:lnL>
                    <a:lnR w="12700">
                      <a:solidFill>
                        <a:srgbClr val="FFFFFF"/>
                      </a:solidFill>
                    </a:lnR>
                    <a:lnT w="12700">
                      <a:solidFill>
                        <a:srgbClr val="FFFFFF"/>
                      </a:solidFill>
                    </a:lnT>
                    <a:lnB w="12700">
                      <a:solidFill>
                        <a:srgbClr val="FFFFFF"/>
                      </a:solidFill>
                    </a:lnB>
                    <a:solidFill>
                      <a:srgbClr val="D6EEF6"/>
                    </a:solidFill>
                  </a:tcPr>
                </a:tc>
              </a:tr>
              <a:tr h="585216">
                <a:tc>
                  <a:txBody>
                    <a:bodyPr wrap="square"/>
                    <a:lstStyle/>
                    <a:p>
                      <a:pPr algn="l"/>
                      <a:r>
                        <a:rPr sz="1700" b="1">
                          <a:solidFill>
                            <a:srgbClr val="00566C"/>
                          </a:solidFill>
                          <a:latin typeface="Franklin Gothic Medium"/>
                        </a:rPr>
                        <a:t>Random Forest</a:t>
                      </a:r>
                    </a:p>
                  </a:txBody>
                  <a:tcPr marL="91440" marR="91440" marT="36576" marB="36576" anchor="ctr">
                    <a:lnL w="12700">
                      <a:solidFill>
                        <a:srgbClr val="FFFFFF"/>
                      </a:solidFill>
                    </a:lnL>
                    <a:lnR w="12700">
                      <a:solidFill>
                        <a:srgbClr val="FFFFFF"/>
                      </a:solidFill>
                    </a:lnR>
                    <a:lnT w="12700">
                      <a:solidFill>
                        <a:srgbClr val="FFFFFF"/>
                      </a:solidFill>
                    </a:lnT>
                    <a:lnB w="12700">
                      <a:solidFill>
                        <a:srgbClr val="FFFFFF"/>
                      </a:solidFill>
                    </a:lnB>
                    <a:solidFill>
                      <a:srgbClr val="D6EEF6"/>
                    </a:solidFill>
                  </a:tcPr>
                </a:tc>
                <a:tc>
                  <a:txBody>
                    <a:bodyPr wrap="square"/>
                    <a:lstStyle/>
                    <a:p>
                      <a:pPr algn="ctr"/>
                      <a:r>
                        <a:rPr sz="1700" b="1">
                          <a:solidFill>
                            <a:srgbClr val="00566C"/>
                          </a:solidFill>
                          <a:latin typeface="Franklin Gothic Medium"/>
                        </a:rPr>
                        <a:t>SMOTE</a:t>
                      </a:r>
                    </a:p>
                  </a:txBody>
                  <a:tcPr marL="91440" marR="91440" marT="36576" marB="36576" anchor="ctr">
                    <a:lnL w="12700">
                      <a:solidFill>
                        <a:srgbClr val="FFFFFF"/>
                      </a:solidFill>
                    </a:lnL>
                    <a:lnR w="12700">
                      <a:solidFill>
                        <a:srgbClr val="FFFFFF"/>
                      </a:solidFill>
                    </a:lnR>
                    <a:lnT w="12700">
                      <a:solidFill>
                        <a:srgbClr val="FFFFFF"/>
                      </a:solidFill>
                    </a:lnT>
                    <a:lnB w="12700">
                      <a:solidFill>
                        <a:srgbClr val="FFFFFF"/>
                      </a:solidFill>
                    </a:lnB>
                    <a:solidFill>
                      <a:srgbClr val="D6EEF6"/>
                    </a:solidFill>
                  </a:tcPr>
                </a:tc>
                <a:tc>
                  <a:txBody>
                    <a:bodyPr wrap="square"/>
                    <a:lstStyle/>
                    <a:p>
                      <a:pPr algn="ctr"/>
                      <a:r>
                        <a:rPr sz="1700" b="1">
                          <a:solidFill>
                            <a:srgbClr val="00566C"/>
                          </a:solidFill>
                          <a:latin typeface="Franklin Gothic Medium"/>
                        </a:rPr>
                        <a:t>0,876</a:t>
                      </a:r>
                    </a:p>
                  </a:txBody>
                  <a:tcPr marL="91440" marR="91440" marT="36576" marB="36576" anchor="ctr">
                    <a:lnL w="12700">
                      <a:solidFill>
                        <a:srgbClr val="FFFFFF"/>
                      </a:solidFill>
                    </a:lnL>
                    <a:lnR w="12700">
                      <a:solidFill>
                        <a:srgbClr val="FFFFFF"/>
                      </a:solidFill>
                    </a:lnR>
                    <a:lnT w="12700">
                      <a:solidFill>
                        <a:srgbClr val="FFFFFF"/>
                      </a:solidFill>
                    </a:lnT>
                    <a:lnB w="12700">
                      <a:solidFill>
                        <a:srgbClr val="FFFFFF"/>
                      </a:solidFill>
                    </a:lnB>
                    <a:solidFill>
                      <a:srgbClr val="D6EEF6"/>
                    </a:solidFill>
                  </a:tcPr>
                </a:tc>
                <a:tc>
                  <a:txBody>
                    <a:bodyPr wrap="square"/>
                    <a:lstStyle/>
                    <a:p>
                      <a:pPr algn="ctr"/>
                      <a:r>
                        <a:rPr sz="1700" b="1">
                          <a:solidFill>
                            <a:srgbClr val="00566C"/>
                          </a:solidFill>
                          <a:latin typeface="Franklin Gothic Medium"/>
                        </a:rPr>
                        <a:t>0,837</a:t>
                      </a:r>
                    </a:p>
                  </a:txBody>
                  <a:tcPr marL="91440" marR="91440" marT="36576" marB="36576" anchor="ctr">
                    <a:lnL w="12700">
                      <a:solidFill>
                        <a:srgbClr val="FFFFFF"/>
                      </a:solidFill>
                    </a:lnL>
                    <a:lnR w="12700">
                      <a:solidFill>
                        <a:srgbClr val="FFFFFF"/>
                      </a:solidFill>
                    </a:lnR>
                    <a:lnT w="12700">
                      <a:solidFill>
                        <a:srgbClr val="FFFFFF"/>
                      </a:solidFill>
                    </a:lnT>
                    <a:lnB w="12700">
                      <a:solidFill>
                        <a:srgbClr val="FFFFFF"/>
                      </a:solidFill>
                    </a:lnB>
                    <a:solidFill>
                      <a:srgbClr val="D6EEF6"/>
                    </a:solidFill>
                  </a:tcPr>
                </a:tc>
                <a:tc>
                  <a:txBody>
                    <a:bodyPr wrap="square"/>
                    <a:lstStyle/>
                    <a:p>
                      <a:pPr algn="ctr"/>
                      <a:r>
                        <a:rPr sz="1700" b="1">
                          <a:solidFill>
                            <a:srgbClr val="00566C"/>
                          </a:solidFill>
                          <a:latin typeface="Franklin Gothic Medium"/>
                        </a:rPr>
                        <a:t>0,854</a:t>
                      </a:r>
                    </a:p>
                  </a:txBody>
                  <a:tcPr marL="91440" marR="91440" marT="36576" marB="36576" anchor="ctr">
                    <a:lnL w="12700">
                      <a:solidFill>
                        <a:srgbClr val="FFFFFF"/>
                      </a:solidFill>
                    </a:lnL>
                    <a:lnR w="12700">
                      <a:solidFill>
                        <a:srgbClr val="FFFFFF"/>
                      </a:solidFill>
                    </a:lnR>
                    <a:lnT w="12700">
                      <a:solidFill>
                        <a:srgbClr val="FFFFFF"/>
                      </a:solidFill>
                    </a:lnT>
                    <a:lnB w="12700">
                      <a:solidFill>
                        <a:srgbClr val="FFFFFF"/>
                      </a:solidFill>
                    </a:lnB>
                    <a:solidFill>
                      <a:srgbClr val="D6EEF6"/>
                    </a:solidFill>
                  </a:tcPr>
                </a:tc>
                <a:tc>
                  <a:txBody>
                    <a:bodyPr wrap="square"/>
                    <a:lstStyle/>
                    <a:p>
                      <a:pPr algn="ctr"/>
                      <a:r>
                        <a:rPr sz="1700" b="1">
                          <a:solidFill>
                            <a:srgbClr val="00566C"/>
                          </a:solidFill>
                          <a:latin typeface="Franklin Gothic Medium"/>
                        </a:rPr>
                        <a:t>0,845</a:t>
                      </a:r>
                    </a:p>
                  </a:txBody>
                  <a:tcPr marL="91440" marR="91440" marT="36576" marB="36576" anchor="ctr">
                    <a:lnL w="12700">
                      <a:solidFill>
                        <a:srgbClr val="FFFFFF"/>
                      </a:solidFill>
                    </a:lnL>
                    <a:lnR w="12700">
                      <a:solidFill>
                        <a:srgbClr val="FFFFFF"/>
                      </a:solidFill>
                    </a:lnR>
                    <a:lnT w="12700">
                      <a:solidFill>
                        <a:srgbClr val="FFFFFF"/>
                      </a:solidFill>
                    </a:lnT>
                    <a:lnB w="12700">
                      <a:solidFill>
                        <a:srgbClr val="FFFFFF"/>
                      </a:solidFill>
                    </a:lnB>
                    <a:solidFill>
                      <a:srgbClr val="D6EEF6"/>
                    </a:solidFill>
                  </a:tcPr>
                </a:tc>
                <a:tc>
                  <a:txBody>
                    <a:bodyPr wrap="square"/>
                    <a:lstStyle/>
                    <a:p>
                      <a:pPr algn="ctr"/>
                      <a:r>
                        <a:rPr sz="1700" b="1">
                          <a:solidFill>
                            <a:srgbClr val="00566C"/>
                          </a:solidFill>
                          <a:latin typeface="Franklin Gothic Medium"/>
                        </a:rPr>
                        <a:t>82 / 98</a:t>
                      </a:r>
                    </a:p>
                  </a:txBody>
                  <a:tcPr marL="91440" marR="91440" marT="36576" marB="36576" anchor="ctr">
                    <a:lnL w="12700">
                      <a:solidFill>
                        <a:srgbClr val="FFFFFF"/>
                      </a:solidFill>
                    </a:lnL>
                    <a:lnR w="12700">
                      <a:solidFill>
                        <a:srgbClr val="FFFFFF"/>
                      </a:solidFill>
                    </a:lnR>
                    <a:lnT w="12700">
                      <a:solidFill>
                        <a:srgbClr val="FFFFFF"/>
                      </a:solidFill>
                    </a:lnT>
                    <a:lnB w="12700">
                      <a:solidFill>
                        <a:srgbClr val="FFFFFF"/>
                      </a:solidFill>
                    </a:lnB>
                    <a:solidFill>
                      <a:srgbClr val="D6EEF6"/>
                    </a:solidFill>
                  </a:tcPr>
                </a:tc>
                <a:tc>
                  <a:txBody>
                    <a:bodyPr wrap="square"/>
                    <a:lstStyle/>
                    <a:p>
                      <a:pPr algn="ctr"/>
                      <a:r>
                        <a:rPr sz="1700" b="1">
                          <a:solidFill>
                            <a:srgbClr val="00566C"/>
                          </a:solidFill>
                          <a:latin typeface="Franklin Gothic Medium"/>
                        </a:rPr>
                        <a:t>14</a:t>
                      </a:r>
                    </a:p>
                  </a:txBody>
                  <a:tcPr marL="91440" marR="91440" marT="36576" marB="36576" anchor="ctr">
                    <a:lnL w="12700">
                      <a:solidFill>
                        <a:srgbClr val="FFFFFF"/>
                      </a:solidFill>
                    </a:lnL>
                    <a:lnR w="12700">
                      <a:solidFill>
                        <a:srgbClr val="FFFFFF"/>
                      </a:solidFill>
                    </a:lnR>
                    <a:lnT w="12700">
                      <a:solidFill>
                        <a:srgbClr val="FFFFFF"/>
                      </a:solidFill>
                    </a:lnT>
                    <a:lnB w="12700">
                      <a:solidFill>
                        <a:srgbClr val="FFFFFF"/>
                      </a:solidFill>
                    </a:lnB>
                    <a:solidFill>
                      <a:srgbClr val="D6EEF6"/>
                    </a:solidFill>
                  </a:tcPr>
                </a:tc>
              </a:tr>
              <a:tr h="585216">
                <a:tc>
                  <a:txBody>
                    <a:bodyPr wrap="square"/>
                    <a:lstStyle/>
                    <a:p>
                      <a:pPr algn="l"/>
                      <a:r>
                        <a:rPr sz="1700" b="1">
                          <a:solidFill>
                            <a:srgbClr val="00566C"/>
                          </a:solidFill>
                          <a:latin typeface="Franklin Gothic Medium"/>
                        </a:rPr>
                        <a:t>Random Forest</a:t>
                      </a:r>
                    </a:p>
                  </a:txBody>
                  <a:tcPr marL="91440" marR="91440" marT="36576" marB="36576" anchor="ctr">
                    <a:lnL w="12700">
                      <a:solidFill>
                        <a:srgbClr val="FFFFFF"/>
                      </a:solidFill>
                    </a:lnL>
                    <a:lnR w="12700">
                      <a:solidFill>
                        <a:srgbClr val="FFFFFF"/>
                      </a:solidFill>
                    </a:lnR>
                    <a:lnT w="12700">
                      <a:solidFill>
                        <a:srgbClr val="FFFFFF"/>
                      </a:solidFill>
                    </a:lnT>
                    <a:lnB w="12700">
                      <a:solidFill>
                        <a:srgbClr val="FFFFFF"/>
                      </a:solidFill>
                    </a:lnB>
                    <a:solidFill>
                      <a:srgbClr val="F2F2F5"/>
                    </a:solidFill>
                  </a:tcPr>
                </a:tc>
                <a:tc>
                  <a:txBody>
                    <a:bodyPr wrap="square"/>
                    <a:lstStyle/>
                    <a:p>
                      <a:pPr algn="ctr"/>
                      <a:r>
                        <a:rPr sz="1700" b="0">
                          <a:solidFill>
                            <a:srgbClr val="3C3C48"/>
                          </a:solidFill>
                          <a:latin typeface="Franklin Gothic Book"/>
                        </a:rPr>
                        <a:t>ADASYN</a:t>
                      </a:r>
                    </a:p>
                  </a:txBody>
                  <a:tcPr marL="91440" marR="91440" marT="36576" marB="36576" anchor="ctr">
                    <a:lnL w="12700">
                      <a:solidFill>
                        <a:srgbClr val="FFFFFF"/>
                      </a:solidFill>
                    </a:lnL>
                    <a:lnR w="12700">
                      <a:solidFill>
                        <a:srgbClr val="FFFFFF"/>
                      </a:solidFill>
                    </a:lnR>
                    <a:lnT w="12700">
                      <a:solidFill>
                        <a:srgbClr val="FFFFFF"/>
                      </a:solidFill>
                    </a:lnT>
                    <a:lnB w="12700">
                      <a:solidFill>
                        <a:srgbClr val="FFFFFF"/>
                      </a:solidFill>
                    </a:lnB>
                    <a:solidFill>
                      <a:srgbClr val="F2F2F5"/>
                    </a:solidFill>
                  </a:tcPr>
                </a:tc>
                <a:tc>
                  <a:txBody>
                    <a:bodyPr wrap="square"/>
                    <a:lstStyle/>
                    <a:p>
                      <a:pPr algn="ctr"/>
                      <a:r>
                        <a:rPr sz="1700" b="0">
                          <a:solidFill>
                            <a:srgbClr val="3C3C48"/>
                          </a:solidFill>
                          <a:latin typeface="Franklin Gothic Book"/>
                        </a:rPr>
                        <a:t>0,867</a:t>
                      </a:r>
                    </a:p>
                  </a:txBody>
                  <a:tcPr marL="91440" marR="91440" marT="36576" marB="36576" anchor="ctr">
                    <a:lnL w="12700">
                      <a:solidFill>
                        <a:srgbClr val="FFFFFF"/>
                      </a:solidFill>
                    </a:lnL>
                    <a:lnR w="12700">
                      <a:solidFill>
                        <a:srgbClr val="FFFFFF"/>
                      </a:solidFill>
                    </a:lnR>
                    <a:lnT w="12700">
                      <a:solidFill>
                        <a:srgbClr val="FFFFFF"/>
                      </a:solidFill>
                    </a:lnT>
                    <a:lnB w="12700">
                      <a:solidFill>
                        <a:srgbClr val="FFFFFF"/>
                      </a:solidFill>
                    </a:lnB>
                    <a:solidFill>
                      <a:srgbClr val="F2F2F5"/>
                    </a:solidFill>
                  </a:tcPr>
                </a:tc>
                <a:tc>
                  <a:txBody>
                    <a:bodyPr wrap="square"/>
                    <a:lstStyle/>
                    <a:p>
                      <a:pPr algn="ctr"/>
                      <a:r>
                        <a:rPr sz="1700" b="0">
                          <a:solidFill>
                            <a:srgbClr val="3C3C48"/>
                          </a:solidFill>
                          <a:latin typeface="Franklin Gothic Book"/>
                        </a:rPr>
                        <a:t>0,806</a:t>
                      </a:r>
                    </a:p>
                  </a:txBody>
                  <a:tcPr marL="91440" marR="91440" marT="36576" marB="36576" anchor="ctr">
                    <a:lnL w="12700">
                      <a:solidFill>
                        <a:srgbClr val="FFFFFF"/>
                      </a:solidFill>
                    </a:lnL>
                    <a:lnR w="12700">
                      <a:solidFill>
                        <a:srgbClr val="FFFFFF"/>
                      </a:solidFill>
                    </a:lnR>
                    <a:lnT w="12700">
                      <a:solidFill>
                        <a:srgbClr val="FFFFFF"/>
                      </a:solidFill>
                    </a:lnT>
                    <a:lnB w="12700">
                      <a:solidFill>
                        <a:srgbClr val="FFFFFF"/>
                      </a:solidFill>
                    </a:lnB>
                    <a:solidFill>
                      <a:srgbClr val="F2F2F5"/>
                    </a:solidFill>
                  </a:tcPr>
                </a:tc>
                <a:tc>
                  <a:txBody>
                    <a:bodyPr wrap="square"/>
                    <a:lstStyle/>
                    <a:p>
                      <a:pPr algn="ctr"/>
                      <a:r>
                        <a:rPr sz="1700" b="0">
                          <a:solidFill>
                            <a:srgbClr val="3C3C48"/>
                          </a:solidFill>
                          <a:latin typeface="Franklin Gothic Book"/>
                        </a:rPr>
                        <a:t>0,840</a:t>
                      </a:r>
                    </a:p>
                  </a:txBody>
                  <a:tcPr marL="91440" marR="91440" marT="36576" marB="36576" anchor="ctr">
                    <a:lnL w="12700">
                      <a:solidFill>
                        <a:srgbClr val="FFFFFF"/>
                      </a:solidFill>
                    </a:lnL>
                    <a:lnR w="12700">
                      <a:solidFill>
                        <a:srgbClr val="FFFFFF"/>
                      </a:solidFill>
                    </a:lnR>
                    <a:lnT w="12700">
                      <a:solidFill>
                        <a:srgbClr val="FFFFFF"/>
                      </a:solidFill>
                    </a:lnT>
                    <a:lnB w="12700">
                      <a:solidFill>
                        <a:srgbClr val="FFFFFF"/>
                      </a:solidFill>
                    </a:lnB>
                    <a:solidFill>
                      <a:srgbClr val="F2F2F5"/>
                    </a:solidFill>
                  </a:tcPr>
                </a:tc>
                <a:tc>
                  <a:txBody>
                    <a:bodyPr wrap="square"/>
                    <a:lstStyle/>
                    <a:p>
                      <a:pPr algn="ctr"/>
                      <a:r>
                        <a:rPr sz="1700" b="0">
                          <a:solidFill>
                            <a:srgbClr val="3C3C48"/>
                          </a:solidFill>
                          <a:latin typeface="Franklin Gothic Book"/>
                        </a:rPr>
                        <a:t>0,823</a:t>
                      </a:r>
                    </a:p>
                  </a:txBody>
                  <a:tcPr marL="91440" marR="91440" marT="36576" marB="36576" anchor="ctr">
                    <a:lnL w="12700">
                      <a:solidFill>
                        <a:srgbClr val="FFFFFF"/>
                      </a:solidFill>
                    </a:lnL>
                    <a:lnR w="12700">
                      <a:solidFill>
                        <a:srgbClr val="FFFFFF"/>
                      </a:solidFill>
                    </a:lnR>
                    <a:lnT w="12700">
                      <a:solidFill>
                        <a:srgbClr val="FFFFFF"/>
                      </a:solidFill>
                    </a:lnT>
                    <a:lnB w="12700">
                      <a:solidFill>
                        <a:srgbClr val="FFFFFF"/>
                      </a:solidFill>
                    </a:lnB>
                    <a:solidFill>
                      <a:srgbClr val="F2F2F5"/>
                    </a:solidFill>
                  </a:tcPr>
                </a:tc>
                <a:tc>
                  <a:txBody>
                    <a:bodyPr wrap="square"/>
                    <a:lstStyle/>
                    <a:p>
                      <a:pPr algn="ctr"/>
                      <a:r>
                        <a:rPr sz="1700" b="0">
                          <a:solidFill>
                            <a:srgbClr val="3C3C48"/>
                          </a:solidFill>
                          <a:latin typeface="Franklin Gothic Book"/>
                        </a:rPr>
                        <a:t>79 / 98</a:t>
                      </a:r>
                    </a:p>
                  </a:txBody>
                  <a:tcPr marL="91440" marR="91440" marT="36576" marB="36576" anchor="ctr">
                    <a:lnL w="12700">
                      <a:solidFill>
                        <a:srgbClr val="FFFFFF"/>
                      </a:solidFill>
                    </a:lnL>
                    <a:lnR w="12700">
                      <a:solidFill>
                        <a:srgbClr val="FFFFFF"/>
                      </a:solidFill>
                    </a:lnR>
                    <a:lnT w="12700">
                      <a:solidFill>
                        <a:srgbClr val="FFFFFF"/>
                      </a:solidFill>
                    </a:lnT>
                    <a:lnB w="12700">
                      <a:solidFill>
                        <a:srgbClr val="FFFFFF"/>
                      </a:solidFill>
                    </a:lnB>
                    <a:solidFill>
                      <a:srgbClr val="F2F2F5"/>
                    </a:solidFill>
                  </a:tcPr>
                </a:tc>
                <a:tc>
                  <a:txBody>
                    <a:bodyPr wrap="square"/>
                    <a:lstStyle/>
                    <a:p>
                      <a:pPr algn="ctr"/>
                      <a:r>
                        <a:rPr sz="1700" b="0">
                          <a:solidFill>
                            <a:srgbClr val="3C3C48"/>
                          </a:solidFill>
                          <a:latin typeface="Franklin Gothic Book"/>
                        </a:rPr>
                        <a:t>15</a:t>
                      </a:r>
                    </a:p>
                  </a:txBody>
                  <a:tcPr marL="91440" marR="91440" marT="36576" marB="36576" anchor="ctr">
                    <a:lnL w="12700">
                      <a:solidFill>
                        <a:srgbClr val="FFFFFF"/>
                      </a:solidFill>
                    </a:lnL>
                    <a:lnR w="12700">
                      <a:solidFill>
                        <a:srgbClr val="FFFFFF"/>
                      </a:solidFill>
                    </a:lnR>
                    <a:lnT w="12700">
                      <a:solidFill>
                        <a:srgbClr val="FFFFFF"/>
                      </a:solidFill>
                    </a:lnT>
                    <a:lnB w="12700">
                      <a:solidFill>
                        <a:srgbClr val="FFFFFF"/>
                      </a:solidFill>
                    </a:lnB>
                    <a:solidFill>
                      <a:srgbClr val="F2F2F5"/>
                    </a:solidFill>
                  </a:tcPr>
                </a:tc>
              </a:tr>
              <a:tr h="585216">
                <a:tc>
                  <a:txBody>
                    <a:bodyPr wrap="square"/>
                    <a:lstStyle/>
                    <a:p>
                      <a:pPr algn="l"/>
                      <a:r>
                        <a:rPr sz="1700" b="1">
                          <a:solidFill>
                            <a:srgbClr val="00566C"/>
                          </a:solidFill>
                          <a:latin typeface="Franklin Gothic Medium"/>
                        </a:rPr>
                        <a:t>Random Forest</a:t>
                      </a:r>
                    </a:p>
                  </a:txBody>
                  <a:tcPr marL="91440" marR="91440" marT="36576" marB="36576" anchor="ctr">
                    <a:lnL w="12700">
                      <a:solidFill>
                        <a:srgbClr val="FFFFFF"/>
                      </a:solidFill>
                    </a:lnL>
                    <a:lnR w="12700">
                      <a:solidFill>
                        <a:srgbClr val="FFFFFF"/>
                      </a:solidFill>
                    </a:lnR>
                    <a:lnT w="12700">
                      <a:solidFill>
                        <a:srgbClr val="FFFFFF"/>
                      </a:solidFill>
                    </a:lnT>
                    <a:lnB w="12700">
                      <a:solidFill>
                        <a:srgbClr val="FFFFFF"/>
                      </a:solidFill>
                    </a:lnB>
                    <a:solidFill>
                      <a:srgbClr val="FFFFFF"/>
                    </a:solidFill>
                  </a:tcPr>
                </a:tc>
                <a:tc>
                  <a:txBody>
                    <a:bodyPr wrap="square"/>
                    <a:lstStyle/>
                    <a:p>
                      <a:pPr algn="ctr"/>
                      <a:r>
                        <a:rPr sz="1700" b="0">
                          <a:solidFill>
                            <a:srgbClr val="3C3C48"/>
                          </a:solidFill>
                          <a:latin typeface="Franklin Gothic Book"/>
                        </a:rPr>
                        <a:t>Sin tratamiento</a:t>
                      </a:r>
                    </a:p>
                  </a:txBody>
                  <a:tcPr marL="91440" marR="91440" marT="36576" marB="36576" anchor="ctr">
                    <a:lnL w="12700">
                      <a:solidFill>
                        <a:srgbClr val="FFFFFF"/>
                      </a:solidFill>
                    </a:lnL>
                    <a:lnR w="12700">
                      <a:solidFill>
                        <a:srgbClr val="FFFFFF"/>
                      </a:solidFill>
                    </a:lnR>
                    <a:lnT w="12700">
                      <a:solidFill>
                        <a:srgbClr val="FFFFFF"/>
                      </a:solidFill>
                    </a:lnT>
                    <a:lnB w="12700">
                      <a:solidFill>
                        <a:srgbClr val="FFFFFF"/>
                      </a:solidFill>
                    </a:lnB>
                    <a:solidFill>
                      <a:srgbClr val="FFFFFF"/>
                    </a:solidFill>
                  </a:tcPr>
                </a:tc>
                <a:tc>
                  <a:txBody>
                    <a:bodyPr wrap="square"/>
                    <a:lstStyle/>
                    <a:p>
                      <a:pPr algn="ctr"/>
                      <a:r>
                        <a:rPr sz="1700" b="0">
                          <a:solidFill>
                            <a:srgbClr val="3C3C48"/>
                          </a:solidFill>
                          <a:latin typeface="Franklin Gothic Book"/>
                        </a:rPr>
                        <a:t>0,859</a:t>
                      </a:r>
                    </a:p>
                  </a:txBody>
                  <a:tcPr marL="91440" marR="91440" marT="36576" marB="36576" anchor="ctr">
                    <a:lnL w="12700">
                      <a:solidFill>
                        <a:srgbClr val="FFFFFF"/>
                      </a:solidFill>
                    </a:lnL>
                    <a:lnR w="12700">
                      <a:solidFill>
                        <a:srgbClr val="FFFFFF"/>
                      </a:solidFill>
                    </a:lnR>
                    <a:lnT w="12700">
                      <a:solidFill>
                        <a:srgbClr val="FFFFFF"/>
                      </a:solidFill>
                    </a:lnT>
                    <a:lnB w="12700">
                      <a:solidFill>
                        <a:srgbClr val="FFFFFF"/>
                      </a:solidFill>
                    </a:lnB>
                    <a:solidFill>
                      <a:srgbClr val="FFFFFF"/>
                    </a:solidFill>
                  </a:tcPr>
                </a:tc>
                <a:tc>
                  <a:txBody>
                    <a:bodyPr wrap="square"/>
                    <a:lstStyle/>
                    <a:p>
                      <a:pPr algn="ctr"/>
                      <a:r>
                        <a:rPr sz="1700" b="0">
                          <a:solidFill>
                            <a:srgbClr val="3C3C48"/>
                          </a:solidFill>
                          <a:latin typeface="Franklin Gothic Book"/>
                        </a:rPr>
                        <a:t>0,755</a:t>
                      </a:r>
                    </a:p>
                  </a:txBody>
                  <a:tcPr marL="91440" marR="91440" marT="36576" marB="36576" anchor="ctr">
                    <a:lnL w="12700">
                      <a:solidFill>
                        <a:srgbClr val="FFFFFF"/>
                      </a:solidFill>
                    </a:lnL>
                    <a:lnR w="12700">
                      <a:solidFill>
                        <a:srgbClr val="FFFFFF"/>
                      </a:solidFill>
                    </a:lnR>
                    <a:lnT w="12700">
                      <a:solidFill>
                        <a:srgbClr val="FFFFFF"/>
                      </a:solidFill>
                    </a:lnT>
                    <a:lnB w="12700">
                      <a:solidFill>
                        <a:srgbClr val="FFFFFF"/>
                      </a:solidFill>
                    </a:lnB>
                    <a:solidFill>
                      <a:srgbClr val="FFFFFF"/>
                    </a:solidFill>
                  </a:tcPr>
                </a:tc>
                <a:tc>
                  <a:txBody>
                    <a:bodyPr wrap="square"/>
                    <a:lstStyle/>
                    <a:p>
                      <a:pPr algn="ctr"/>
                      <a:r>
                        <a:rPr sz="1700" b="0">
                          <a:solidFill>
                            <a:srgbClr val="3C3C48"/>
                          </a:solidFill>
                          <a:latin typeface="Franklin Gothic Book"/>
                        </a:rPr>
                        <a:t>0,961</a:t>
                      </a:r>
                    </a:p>
                  </a:txBody>
                  <a:tcPr marL="91440" marR="91440" marT="36576" marB="36576" anchor="ctr">
                    <a:lnL w="12700">
                      <a:solidFill>
                        <a:srgbClr val="FFFFFF"/>
                      </a:solidFill>
                    </a:lnL>
                    <a:lnR w="12700">
                      <a:solidFill>
                        <a:srgbClr val="FFFFFF"/>
                      </a:solidFill>
                    </a:lnR>
                    <a:lnT w="12700">
                      <a:solidFill>
                        <a:srgbClr val="FFFFFF"/>
                      </a:solidFill>
                    </a:lnT>
                    <a:lnB w="12700">
                      <a:solidFill>
                        <a:srgbClr val="FFFFFF"/>
                      </a:solidFill>
                    </a:lnB>
                    <a:solidFill>
                      <a:srgbClr val="FFFFFF"/>
                    </a:solidFill>
                  </a:tcPr>
                </a:tc>
                <a:tc>
                  <a:txBody>
                    <a:bodyPr wrap="square"/>
                    <a:lstStyle/>
                    <a:p>
                      <a:pPr algn="ctr"/>
                      <a:r>
                        <a:rPr sz="1700" b="0">
                          <a:solidFill>
                            <a:srgbClr val="3C3C48"/>
                          </a:solidFill>
                          <a:latin typeface="Franklin Gothic Book"/>
                        </a:rPr>
                        <a:t>0,846</a:t>
                      </a:r>
                    </a:p>
                  </a:txBody>
                  <a:tcPr marL="91440" marR="91440" marT="36576" marB="36576" anchor="ctr">
                    <a:lnL w="12700">
                      <a:solidFill>
                        <a:srgbClr val="FFFFFF"/>
                      </a:solidFill>
                    </a:lnL>
                    <a:lnR w="12700">
                      <a:solidFill>
                        <a:srgbClr val="FFFFFF"/>
                      </a:solidFill>
                    </a:lnR>
                    <a:lnT w="12700">
                      <a:solidFill>
                        <a:srgbClr val="FFFFFF"/>
                      </a:solidFill>
                    </a:lnT>
                    <a:lnB w="12700">
                      <a:solidFill>
                        <a:srgbClr val="FFFFFF"/>
                      </a:solidFill>
                    </a:lnB>
                    <a:solidFill>
                      <a:srgbClr val="FFFFFF"/>
                    </a:solidFill>
                  </a:tcPr>
                </a:tc>
                <a:tc>
                  <a:txBody>
                    <a:bodyPr wrap="square"/>
                    <a:lstStyle/>
                    <a:p>
                      <a:pPr algn="ctr"/>
                      <a:r>
                        <a:rPr sz="1700" b="0">
                          <a:solidFill>
                            <a:srgbClr val="3C3C48"/>
                          </a:solidFill>
                          <a:latin typeface="Franklin Gothic Book"/>
                        </a:rPr>
                        <a:t>74 / 98</a:t>
                      </a:r>
                    </a:p>
                  </a:txBody>
                  <a:tcPr marL="91440" marR="91440" marT="36576" marB="36576" anchor="ctr">
                    <a:lnL w="12700">
                      <a:solidFill>
                        <a:srgbClr val="FFFFFF"/>
                      </a:solidFill>
                    </a:lnL>
                    <a:lnR w="12700">
                      <a:solidFill>
                        <a:srgbClr val="FFFFFF"/>
                      </a:solidFill>
                    </a:lnR>
                    <a:lnT w="12700">
                      <a:solidFill>
                        <a:srgbClr val="FFFFFF"/>
                      </a:solidFill>
                    </a:lnT>
                    <a:lnB w="12700">
                      <a:solidFill>
                        <a:srgbClr val="FFFFFF"/>
                      </a:solidFill>
                    </a:lnB>
                    <a:solidFill>
                      <a:srgbClr val="FFFFFF"/>
                    </a:solidFill>
                  </a:tcPr>
                </a:tc>
                <a:tc>
                  <a:txBody>
                    <a:bodyPr wrap="square"/>
                    <a:lstStyle/>
                    <a:p>
                      <a:pPr algn="ctr"/>
                      <a:r>
                        <a:rPr sz="1700" b="0">
                          <a:solidFill>
                            <a:srgbClr val="3C3C48"/>
                          </a:solidFill>
                          <a:latin typeface="Franklin Gothic Book"/>
                        </a:rPr>
                        <a:t>3</a:t>
                      </a:r>
                    </a:p>
                  </a:txBody>
                  <a:tcPr marL="91440" marR="91440" marT="36576" marB="36576" anchor="ctr">
                    <a:lnL w="12700">
                      <a:solidFill>
                        <a:srgbClr val="FFFFFF"/>
                      </a:solidFill>
                    </a:lnL>
                    <a:lnR w="12700">
                      <a:solidFill>
                        <a:srgbClr val="FFFFFF"/>
                      </a:solidFill>
                    </a:lnR>
                    <a:lnT w="12700">
                      <a:solidFill>
                        <a:srgbClr val="FFFFFF"/>
                      </a:solidFill>
                    </a:lnT>
                    <a:lnB w="12700">
                      <a:solidFill>
                        <a:srgbClr val="FFFFFF"/>
                      </a:solidFill>
                    </a:lnB>
                    <a:solidFill>
                      <a:srgbClr val="FFFFFF"/>
                    </a:solidFill>
                  </a:tcPr>
                </a:tc>
              </a:tr>
              <a:tr h="585216">
                <a:tc>
                  <a:txBody>
                    <a:bodyPr wrap="square"/>
                    <a:lstStyle/>
                    <a:p>
                      <a:pPr algn="l"/>
                      <a:r>
                        <a:rPr sz="1700" b="1">
                          <a:solidFill>
                            <a:srgbClr val="00566C"/>
                          </a:solidFill>
                          <a:latin typeface="Franklin Gothic Medium"/>
                        </a:rPr>
                        <a:t>LightGBM</a:t>
                      </a:r>
                    </a:p>
                  </a:txBody>
                  <a:tcPr marL="91440" marR="91440" marT="36576" marB="36576" anchor="ctr">
                    <a:lnL w="12700">
                      <a:solidFill>
                        <a:srgbClr val="FFFFFF"/>
                      </a:solidFill>
                    </a:lnL>
                    <a:lnR w="12700">
                      <a:solidFill>
                        <a:srgbClr val="FFFFFF"/>
                      </a:solidFill>
                    </a:lnR>
                    <a:lnT w="12700">
                      <a:solidFill>
                        <a:srgbClr val="FFFFFF"/>
                      </a:solidFill>
                    </a:lnT>
                    <a:lnB w="12700">
                      <a:solidFill>
                        <a:srgbClr val="FFFFFF"/>
                      </a:solidFill>
                    </a:lnB>
                    <a:solidFill>
                      <a:srgbClr val="F2F2F5"/>
                    </a:solidFill>
                  </a:tcPr>
                </a:tc>
                <a:tc>
                  <a:txBody>
                    <a:bodyPr wrap="square"/>
                    <a:lstStyle/>
                    <a:p>
                      <a:pPr algn="ctr"/>
                      <a:r>
                        <a:rPr sz="1700" b="0">
                          <a:solidFill>
                            <a:srgbClr val="3C3C48"/>
                          </a:solidFill>
                          <a:latin typeface="Franklin Gothic Book"/>
                        </a:rPr>
                        <a:t>ADASYN</a:t>
                      </a:r>
                    </a:p>
                  </a:txBody>
                  <a:tcPr marL="91440" marR="91440" marT="36576" marB="36576" anchor="ctr">
                    <a:lnL w="12700">
                      <a:solidFill>
                        <a:srgbClr val="FFFFFF"/>
                      </a:solidFill>
                    </a:lnL>
                    <a:lnR w="12700">
                      <a:solidFill>
                        <a:srgbClr val="FFFFFF"/>
                      </a:solidFill>
                    </a:lnR>
                    <a:lnT w="12700">
                      <a:solidFill>
                        <a:srgbClr val="FFFFFF"/>
                      </a:solidFill>
                    </a:lnT>
                    <a:lnB w="12700">
                      <a:solidFill>
                        <a:srgbClr val="FFFFFF"/>
                      </a:solidFill>
                    </a:lnB>
                    <a:solidFill>
                      <a:srgbClr val="F2F2F5"/>
                    </a:solidFill>
                  </a:tcPr>
                </a:tc>
                <a:tc>
                  <a:txBody>
                    <a:bodyPr wrap="square"/>
                    <a:lstStyle/>
                    <a:p>
                      <a:pPr algn="ctr"/>
                      <a:r>
                        <a:rPr sz="1700" b="0">
                          <a:solidFill>
                            <a:srgbClr val="3C3C48"/>
                          </a:solidFill>
                          <a:latin typeface="Franklin Gothic Book"/>
                        </a:rPr>
                        <a:t>0,858</a:t>
                      </a:r>
                    </a:p>
                  </a:txBody>
                  <a:tcPr marL="91440" marR="91440" marT="36576" marB="36576" anchor="ctr">
                    <a:lnL w="12700">
                      <a:solidFill>
                        <a:srgbClr val="FFFFFF"/>
                      </a:solidFill>
                    </a:lnL>
                    <a:lnR w="12700">
                      <a:solidFill>
                        <a:srgbClr val="FFFFFF"/>
                      </a:solidFill>
                    </a:lnR>
                    <a:lnT w="12700">
                      <a:solidFill>
                        <a:srgbClr val="FFFFFF"/>
                      </a:solidFill>
                    </a:lnT>
                    <a:lnB w="12700">
                      <a:solidFill>
                        <a:srgbClr val="FFFFFF"/>
                      </a:solidFill>
                    </a:lnB>
                    <a:solidFill>
                      <a:srgbClr val="F2F2F5"/>
                    </a:solidFill>
                  </a:tcPr>
                </a:tc>
                <a:tc>
                  <a:txBody>
                    <a:bodyPr wrap="square"/>
                    <a:lstStyle/>
                    <a:p>
                      <a:pPr algn="ctr"/>
                      <a:r>
                        <a:rPr sz="1700" b="0">
                          <a:solidFill>
                            <a:srgbClr val="3C3C48"/>
                          </a:solidFill>
                          <a:latin typeface="Franklin Gothic Book"/>
                        </a:rPr>
                        <a:t>0,816</a:t>
                      </a:r>
                    </a:p>
                  </a:txBody>
                  <a:tcPr marL="91440" marR="91440" marT="36576" marB="36576" anchor="ctr">
                    <a:lnL w="12700">
                      <a:solidFill>
                        <a:srgbClr val="FFFFFF"/>
                      </a:solidFill>
                    </a:lnL>
                    <a:lnR w="12700">
                      <a:solidFill>
                        <a:srgbClr val="FFFFFF"/>
                      </a:solidFill>
                    </a:lnR>
                    <a:lnT w="12700">
                      <a:solidFill>
                        <a:srgbClr val="FFFFFF"/>
                      </a:solidFill>
                    </a:lnT>
                    <a:lnB w="12700">
                      <a:solidFill>
                        <a:srgbClr val="FFFFFF"/>
                      </a:solidFill>
                    </a:lnB>
                    <a:solidFill>
                      <a:srgbClr val="F2F2F5"/>
                    </a:solidFill>
                  </a:tcPr>
                </a:tc>
                <a:tc>
                  <a:txBody>
                    <a:bodyPr wrap="square"/>
                    <a:lstStyle/>
                    <a:p>
                      <a:pPr algn="ctr"/>
                      <a:r>
                        <a:rPr sz="1700" b="0">
                          <a:solidFill>
                            <a:srgbClr val="3C3C48"/>
                          </a:solidFill>
                          <a:latin typeface="Franklin Gothic Book"/>
                        </a:rPr>
                        <a:t>0,792</a:t>
                      </a:r>
                    </a:p>
                  </a:txBody>
                  <a:tcPr marL="91440" marR="91440" marT="36576" marB="36576" anchor="ctr">
                    <a:lnL w="12700">
                      <a:solidFill>
                        <a:srgbClr val="FFFFFF"/>
                      </a:solidFill>
                    </a:lnL>
                    <a:lnR w="12700">
                      <a:solidFill>
                        <a:srgbClr val="FFFFFF"/>
                      </a:solidFill>
                    </a:lnR>
                    <a:lnT w="12700">
                      <a:solidFill>
                        <a:srgbClr val="FFFFFF"/>
                      </a:solidFill>
                    </a:lnT>
                    <a:lnB w="12700">
                      <a:solidFill>
                        <a:srgbClr val="FFFFFF"/>
                      </a:solidFill>
                    </a:lnB>
                    <a:solidFill>
                      <a:srgbClr val="F2F2F5"/>
                    </a:solidFill>
                  </a:tcPr>
                </a:tc>
                <a:tc>
                  <a:txBody>
                    <a:bodyPr wrap="square"/>
                    <a:lstStyle/>
                    <a:p>
                      <a:pPr algn="ctr"/>
                      <a:r>
                        <a:rPr sz="1700" b="0">
                          <a:solidFill>
                            <a:srgbClr val="3C3C48"/>
                          </a:solidFill>
                          <a:latin typeface="Franklin Gothic Book"/>
                        </a:rPr>
                        <a:t>0,804</a:t>
                      </a:r>
                    </a:p>
                  </a:txBody>
                  <a:tcPr marL="91440" marR="91440" marT="36576" marB="36576" anchor="ctr">
                    <a:lnL w="12700">
                      <a:solidFill>
                        <a:srgbClr val="FFFFFF"/>
                      </a:solidFill>
                    </a:lnL>
                    <a:lnR w="12700">
                      <a:solidFill>
                        <a:srgbClr val="FFFFFF"/>
                      </a:solidFill>
                    </a:lnR>
                    <a:lnT w="12700">
                      <a:solidFill>
                        <a:srgbClr val="FFFFFF"/>
                      </a:solidFill>
                    </a:lnT>
                    <a:lnB w="12700">
                      <a:solidFill>
                        <a:srgbClr val="FFFFFF"/>
                      </a:solidFill>
                    </a:lnB>
                    <a:solidFill>
                      <a:srgbClr val="F2F2F5"/>
                    </a:solidFill>
                  </a:tcPr>
                </a:tc>
                <a:tc>
                  <a:txBody>
                    <a:bodyPr wrap="square"/>
                    <a:lstStyle/>
                    <a:p>
                      <a:pPr algn="ctr"/>
                      <a:r>
                        <a:rPr sz="1700" b="0">
                          <a:solidFill>
                            <a:srgbClr val="3C3C48"/>
                          </a:solidFill>
                          <a:latin typeface="Franklin Gothic Book"/>
                        </a:rPr>
                        <a:t>80 / 98</a:t>
                      </a:r>
                    </a:p>
                  </a:txBody>
                  <a:tcPr marL="91440" marR="91440" marT="36576" marB="36576" anchor="ctr">
                    <a:lnL w="12700">
                      <a:solidFill>
                        <a:srgbClr val="FFFFFF"/>
                      </a:solidFill>
                    </a:lnL>
                    <a:lnR w="12700">
                      <a:solidFill>
                        <a:srgbClr val="FFFFFF"/>
                      </a:solidFill>
                    </a:lnR>
                    <a:lnT w="12700">
                      <a:solidFill>
                        <a:srgbClr val="FFFFFF"/>
                      </a:solidFill>
                    </a:lnT>
                    <a:lnB w="12700">
                      <a:solidFill>
                        <a:srgbClr val="FFFFFF"/>
                      </a:solidFill>
                    </a:lnB>
                    <a:solidFill>
                      <a:srgbClr val="F2F2F5"/>
                    </a:solidFill>
                  </a:tcPr>
                </a:tc>
                <a:tc>
                  <a:txBody>
                    <a:bodyPr wrap="square"/>
                    <a:lstStyle/>
                    <a:p>
                      <a:pPr algn="ctr"/>
                      <a:r>
                        <a:rPr sz="1700" b="0">
                          <a:solidFill>
                            <a:srgbClr val="3C3C48"/>
                          </a:solidFill>
                          <a:latin typeface="Franklin Gothic Book"/>
                        </a:rPr>
                        <a:t>21</a:t>
                      </a:r>
                    </a:p>
                  </a:txBody>
                  <a:tcPr marL="91440" marR="91440" marT="36576" marB="36576" anchor="ctr">
                    <a:lnL w="12700">
                      <a:solidFill>
                        <a:srgbClr val="FFFFFF"/>
                      </a:solidFill>
                    </a:lnL>
                    <a:lnR w="12700">
                      <a:solidFill>
                        <a:srgbClr val="FFFFFF"/>
                      </a:solidFill>
                    </a:lnR>
                    <a:lnT w="12700">
                      <a:solidFill>
                        <a:srgbClr val="FFFFFF"/>
                      </a:solidFill>
                    </a:lnT>
                    <a:lnB w="12700">
                      <a:solidFill>
                        <a:srgbClr val="FFFFFF"/>
                      </a:solidFill>
                    </a:lnB>
                    <a:solidFill>
                      <a:srgbClr val="F2F2F5"/>
                    </a:solidFill>
                  </a:tcPr>
                </a:tc>
              </a:tr>
              <a:tr h="585216">
                <a:tc>
                  <a:txBody>
                    <a:bodyPr wrap="square"/>
                    <a:lstStyle/>
                    <a:p>
                      <a:pPr algn="l"/>
                      <a:r>
                        <a:rPr sz="1700" b="1">
                          <a:solidFill>
                            <a:srgbClr val="00566C"/>
                          </a:solidFill>
                          <a:latin typeface="Franklin Gothic Medium"/>
                        </a:rPr>
                        <a:t>XGBoost</a:t>
                      </a:r>
                    </a:p>
                  </a:txBody>
                  <a:tcPr marL="91440" marR="91440" marT="36576" marB="36576" anchor="ctr">
                    <a:lnL w="12700">
                      <a:solidFill>
                        <a:srgbClr val="FFFFFF"/>
                      </a:solidFill>
                    </a:lnL>
                    <a:lnR w="12700">
                      <a:solidFill>
                        <a:srgbClr val="FFFFFF"/>
                      </a:solidFill>
                    </a:lnR>
                    <a:lnT w="12700">
                      <a:solidFill>
                        <a:srgbClr val="FFFFFF"/>
                      </a:solidFill>
                    </a:lnT>
                    <a:lnB w="12700">
                      <a:solidFill>
                        <a:srgbClr val="FFFFFF"/>
                      </a:solidFill>
                    </a:lnB>
                    <a:solidFill>
                      <a:srgbClr val="FFFFFF"/>
                    </a:solidFill>
                  </a:tcPr>
                </a:tc>
                <a:tc>
                  <a:txBody>
                    <a:bodyPr wrap="square"/>
                    <a:lstStyle/>
                    <a:p>
                      <a:pPr algn="ctr"/>
                      <a:r>
                        <a:rPr sz="1700" b="0">
                          <a:solidFill>
                            <a:srgbClr val="3C3C48"/>
                          </a:solidFill>
                          <a:latin typeface="Franklin Gothic Book"/>
                        </a:rPr>
                        <a:t>SMOTE</a:t>
                      </a:r>
                    </a:p>
                  </a:txBody>
                  <a:tcPr marL="91440" marR="91440" marT="36576" marB="36576" anchor="ctr">
                    <a:lnL w="12700">
                      <a:solidFill>
                        <a:srgbClr val="FFFFFF"/>
                      </a:solidFill>
                    </a:lnL>
                    <a:lnR w="12700">
                      <a:solidFill>
                        <a:srgbClr val="FFFFFF"/>
                      </a:solidFill>
                    </a:lnR>
                    <a:lnT w="12700">
                      <a:solidFill>
                        <a:srgbClr val="FFFFFF"/>
                      </a:solidFill>
                    </a:lnT>
                    <a:lnB w="12700">
                      <a:solidFill>
                        <a:srgbClr val="FFFFFF"/>
                      </a:solidFill>
                    </a:lnB>
                    <a:solidFill>
                      <a:srgbClr val="FFFFFF"/>
                    </a:solidFill>
                  </a:tcPr>
                </a:tc>
                <a:tc>
                  <a:txBody>
                    <a:bodyPr wrap="square"/>
                    <a:lstStyle/>
                    <a:p>
                      <a:pPr algn="ctr"/>
                      <a:r>
                        <a:rPr sz="1700" b="0">
                          <a:solidFill>
                            <a:srgbClr val="3C3C48"/>
                          </a:solidFill>
                          <a:latin typeface="Franklin Gothic Book"/>
                        </a:rPr>
                        <a:t>0,843</a:t>
                      </a:r>
                    </a:p>
                  </a:txBody>
                  <a:tcPr marL="91440" marR="91440" marT="36576" marB="36576" anchor="ctr">
                    <a:lnL w="12700">
                      <a:solidFill>
                        <a:srgbClr val="FFFFFF"/>
                      </a:solidFill>
                    </a:lnL>
                    <a:lnR w="12700">
                      <a:solidFill>
                        <a:srgbClr val="FFFFFF"/>
                      </a:solidFill>
                    </a:lnR>
                    <a:lnT w="12700">
                      <a:solidFill>
                        <a:srgbClr val="FFFFFF"/>
                      </a:solidFill>
                    </a:lnT>
                    <a:lnB w="12700">
                      <a:solidFill>
                        <a:srgbClr val="FFFFFF"/>
                      </a:solidFill>
                    </a:lnB>
                    <a:solidFill>
                      <a:srgbClr val="FFFFFF"/>
                    </a:solidFill>
                  </a:tcPr>
                </a:tc>
                <a:tc>
                  <a:txBody>
                    <a:bodyPr wrap="square"/>
                    <a:lstStyle/>
                    <a:p>
                      <a:pPr algn="ctr"/>
                      <a:r>
                        <a:rPr sz="1700" b="0">
                          <a:solidFill>
                            <a:srgbClr val="3C3C48"/>
                          </a:solidFill>
                          <a:latin typeface="Franklin Gothic Book"/>
                        </a:rPr>
                        <a:t>0,878</a:t>
                      </a:r>
                    </a:p>
                  </a:txBody>
                  <a:tcPr marL="91440" marR="91440" marT="36576" marB="36576" anchor="ctr">
                    <a:lnL w="12700">
                      <a:solidFill>
                        <a:srgbClr val="FFFFFF"/>
                      </a:solidFill>
                    </a:lnL>
                    <a:lnR w="12700">
                      <a:solidFill>
                        <a:srgbClr val="FFFFFF"/>
                      </a:solidFill>
                    </a:lnR>
                    <a:lnT w="12700">
                      <a:solidFill>
                        <a:srgbClr val="FFFFFF"/>
                      </a:solidFill>
                    </a:lnT>
                    <a:lnB w="12700">
                      <a:solidFill>
                        <a:srgbClr val="FFFFFF"/>
                      </a:solidFill>
                    </a:lnB>
                    <a:solidFill>
                      <a:srgbClr val="FFFFFF"/>
                    </a:solidFill>
                  </a:tcPr>
                </a:tc>
                <a:tc>
                  <a:txBody>
                    <a:bodyPr wrap="square"/>
                    <a:lstStyle/>
                    <a:p>
                      <a:pPr algn="ctr"/>
                      <a:r>
                        <a:rPr sz="1700" b="0">
                          <a:solidFill>
                            <a:srgbClr val="3C3C48"/>
                          </a:solidFill>
                          <a:latin typeface="Franklin Gothic Book"/>
                        </a:rPr>
                        <a:t>0,261</a:t>
                      </a:r>
                    </a:p>
                  </a:txBody>
                  <a:tcPr marL="91440" marR="91440" marT="36576" marB="36576" anchor="ctr">
                    <a:lnL w="12700">
                      <a:solidFill>
                        <a:srgbClr val="FFFFFF"/>
                      </a:solidFill>
                    </a:lnL>
                    <a:lnR w="12700">
                      <a:solidFill>
                        <a:srgbClr val="FFFFFF"/>
                      </a:solidFill>
                    </a:lnR>
                    <a:lnT w="12700">
                      <a:solidFill>
                        <a:srgbClr val="FFFFFF"/>
                      </a:solidFill>
                    </a:lnT>
                    <a:lnB w="12700">
                      <a:solidFill>
                        <a:srgbClr val="FFFFFF"/>
                      </a:solidFill>
                    </a:lnB>
                    <a:solidFill>
                      <a:srgbClr val="FFFFFF"/>
                    </a:solidFill>
                  </a:tcPr>
                </a:tc>
                <a:tc>
                  <a:txBody>
                    <a:bodyPr wrap="square"/>
                    <a:lstStyle/>
                    <a:p>
                      <a:pPr algn="ctr"/>
                      <a:r>
                        <a:rPr sz="1700" b="0">
                          <a:solidFill>
                            <a:srgbClr val="3C3C48"/>
                          </a:solidFill>
                          <a:latin typeface="Franklin Gothic Book"/>
                        </a:rPr>
                        <a:t>0,403</a:t>
                      </a:r>
                    </a:p>
                  </a:txBody>
                  <a:tcPr marL="91440" marR="91440" marT="36576" marB="36576" anchor="ctr">
                    <a:lnL w="12700">
                      <a:solidFill>
                        <a:srgbClr val="FFFFFF"/>
                      </a:solidFill>
                    </a:lnL>
                    <a:lnR w="12700">
                      <a:solidFill>
                        <a:srgbClr val="FFFFFF"/>
                      </a:solidFill>
                    </a:lnR>
                    <a:lnT w="12700">
                      <a:solidFill>
                        <a:srgbClr val="FFFFFF"/>
                      </a:solidFill>
                    </a:lnT>
                    <a:lnB w="12700">
                      <a:solidFill>
                        <a:srgbClr val="FFFFFF"/>
                      </a:solidFill>
                    </a:lnB>
                    <a:solidFill>
                      <a:srgbClr val="FFFFFF"/>
                    </a:solidFill>
                  </a:tcPr>
                </a:tc>
                <a:tc>
                  <a:txBody>
                    <a:bodyPr wrap="square"/>
                    <a:lstStyle/>
                    <a:p>
                      <a:pPr algn="ctr"/>
                      <a:r>
                        <a:rPr sz="1700" b="0">
                          <a:solidFill>
                            <a:srgbClr val="3C3C48"/>
                          </a:solidFill>
                          <a:latin typeface="Franklin Gothic Book"/>
                        </a:rPr>
                        <a:t>86 / 98</a:t>
                      </a:r>
                    </a:p>
                  </a:txBody>
                  <a:tcPr marL="91440" marR="91440" marT="36576" marB="36576" anchor="ctr">
                    <a:lnL w="12700">
                      <a:solidFill>
                        <a:srgbClr val="FFFFFF"/>
                      </a:solidFill>
                    </a:lnL>
                    <a:lnR w="12700">
                      <a:solidFill>
                        <a:srgbClr val="FFFFFF"/>
                      </a:solidFill>
                    </a:lnR>
                    <a:lnT w="12700">
                      <a:solidFill>
                        <a:srgbClr val="FFFFFF"/>
                      </a:solidFill>
                    </a:lnT>
                    <a:lnB w="12700">
                      <a:solidFill>
                        <a:srgbClr val="FFFFFF"/>
                      </a:solidFill>
                    </a:lnB>
                    <a:solidFill>
                      <a:srgbClr val="FFFFFF"/>
                    </a:solidFill>
                  </a:tcPr>
                </a:tc>
                <a:tc>
                  <a:txBody>
                    <a:bodyPr wrap="square"/>
                    <a:lstStyle/>
                    <a:p>
                      <a:pPr algn="ctr"/>
                      <a:r>
                        <a:rPr sz="1700" b="0">
                          <a:solidFill>
                            <a:srgbClr val="3C3C48"/>
                          </a:solidFill>
                          <a:latin typeface="Franklin Gothic Book"/>
                        </a:rPr>
                        <a:t>243</a:t>
                      </a:r>
                    </a:p>
                  </a:txBody>
                  <a:tcPr marL="91440" marR="91440" marT="36576" marB="36576" anchor="ctr">
                    <a:lnL w="12700">
                      <a:solidFill>
                        <a:srgbClr val="FFFFFF"/>
                      </a:solidFill>
                    </a:lnL>
                    <a:lnR w="12700">
                      <a:solidFill>
                        <a:srgbClr val="FFFFFF"/>
                      </a:solidFill>
                    </a:lnR>
                    <a:lnT w="12700">
                      <a:solidFill>
                        <a:srgbClr val="FFFFFF"/>
                      </a:solidFill>
                    </a:lnT>
                    <a:lnB w="12700">
                      <a:solidFill>
                        <a:srgbClr val="FFFFFF"/>
                      </a:solidFill>
                    </a:lnB>
                    <a:solidFill>
                      <a:srgbClr val="FFFFFF"/>
                    </a:solidFill>
                  </a:tcPr>
                </a:tc>
              </a:tr>
              <a:tr h="585216">
                <a:tc>
                  <a:txBody>
                    <a:bodyPr wrap="square"/>
                    <a:lstStyle/>
                    <a:p>
                      <a:pPr algn="l"/>
                      <a:r>
                        <a:rPr sz="1700" b="1">
                          <a:solidFill>
                            <a:srgbClr val="00566C"/>
                          </a:solidFill>
                          <a:latin typeface="Franklin Gothic Medium"/>
                        </a:rPr>
                        <a:t>Reg. Logística</a:t>
                      </a:r>
                    </a:p>
                  </a:txBody>
                  <a:tcPr marL="91440" marR="91440" marT="36576" marB="36576" anchor="ctr">
                    <a:lnL w="12700">
                      <a:solidFill>
                        <a:srgbClr val="FFFFFF"/>
                      </a:solidFill>
                    </a:lnL>
                    <a:lnR w="12700">
                      <a:solidFill>
                        <a:srgbClr val="FFFFFF"/>
                      </a:solidFill>
                    </a:lnR>
                    <a:lnT w="12700">
                      <a:solidFill>
                        <a:srgbClr val="FFFFFF"/>
                      </a:solidFill>
                    </a:lnT>
                    <a:lnB w="12700">
                      <a:solidFill>
                        <a:srgbClr val="FFFFFF"/>
                      </a:solidFill>
                    </a:lnB>
                    <a:solidFill>
                      <a:srgbClr val="F2F2F5"/>
                    </a:solidFill>
                  </a:tcPr>
                </a:tc>
                <a:tc>
                  <a:txBody>
                    <a:bodyPr wrap="square"/>
                    <a:lstStyle/>
                    <a:p>
                      <a:pPr algn="ctr"/>
                      <a:r>
                        <a:rPr sz="1700" b="0">
                          <a:solidFill>
                            <a:srgbClr val="3C3C48"/>
                          </a:solidFill>
                          <a:latin typeface="Franklin Gothic Book"/>
                        </a:rPr>
                        <a:t>ADASYN</a:t>
                      </a:r>
                    </a:p>
                  </a:txBody>
                  <a:tcPr marL="91440" marR="91440" marT="36576" marB="36576" anchor="ctr">
                    <a:lnL w="12700">
                      <a:solidFill>
                        <a:srgbClr val="FFFFFF"/>
                      </a:solidFill>
                    </a:lnL>
                    <a:lnR w="12700">
                      <a:solidFill>
                        <a:srgbClr val="FFFFFF"/>
                      </a:solidFill>
                    </a:lnR>
                    <a:lnT w="12700">
                      <a:solidFill>
                        <a:srgbClr val="FFFFFF"/>
                      </a:solidFill>
                    </a:lnT>
                    <a:lnB w="12700">
                      <a:solidFill>
                        <a:srgbClr val="FFFFFF"/>
                      </a:solidFill>
                    </a:lnB>
                    <a:solidFill>
                      <a:srgbClr val="F2F2F5"/>
                    </a:solidFill>
                  </a:tcPr>
                </a:tc>
                <a:tc>
                  <a:txBody>
                    <a:bodyPr wrap="square"/>
                    <a:lstStyle/>
                    <a:p>
                      <a:pPr algn="ctr"/>
                      <a:r>
                        <a:rPr sz="1700" b="0">
                          <a:solidFill>
                            <a:srgbClr val="3C3C48"/>
                          </a:solidFill>
                          <a:latin typeface="Franklin Gothic Book"/>
                        </a:rPr>
                        <a:t>0,732</a:t>
                      </a:r>
                    </a:p>
                  </a:txBody>
                  <a:tcPr marL="91440" marR="91440" marT="36576" marB="36576" anchor="ctr">
                    <a:lnL w="12700">
                      <a:solidFill>
                        <a:srgbClr val="FFFFFF"/>
                      </a:solidFill>
                    </a:lnL>
                    <a:lnR w="12700">
                      <a:solidFill>
                        <a:srgbClr val="FFFFFF"/>
                      </a:solidFill>
                    </a:lnR>
                    <a:lnT w="12700">
                      <a:solidFill>
                        <a:srgbClr val="FFFFFF"/>
                      </a:solidFill>
                    </a:lnT>
                    <a:lnB w="12700">
                      <a:solidFill>
                        <a:srgbClr val="FFFFFF"/>
                      </a:solidFill>
                    </a:lnB>
                    <a:solidFill>
                      <a:srgbClr val="F2F2F5"/>
                    </a:solidFill>
                  </a:tcPr>
                </a:tc>
                <a:tc>
                  <a:txBody>
                    <a:bodyPr wrap="square"/>
                    <a:lstStyle/>
                    <a:p>
                      <a:pPr algn="ctr"/>
                      <a:r>
                        <a:rPr sz="1700" b="0">
                          <a:solidFill>
                            <a:srgbClr val="3C3C48"/>
                          </a:solidFill>
                          <a:latin typeface="Franklin Gothic Book"/>
                        </a:rPr>
                        <a:t>0,918</a:t>
                      </a:r>
                    </a:p>
                  </a:txBody>
                  <a:tcPr marL="91440" marR="91440" marT="36576" marB="36576" anchor="ctr">
                    <a:lnL w="12700">
                      <a:solidFill>
                        <a:srgbClr val="FFFFFF"/>
                      </a:solidFill>
                    </a:lnL>
                    <a:lnR w="12700">
                      <a:solidFill>
                        <a:srgbClr val="FFFFFF"/>
                      </a:solidFill>
                    </a:lnR>
                    <a:lnT w="12700">
                      <a:solidFill>
                        <a:srgbClr val="FFFFFF"/>
                      </a:solidFill>
                    </a:lnT>
                    <a:lnB w="12700">
                      <a:solidFill>
                        <a:srgbClr val="FFFFFF"/>
                      </a:solidFill>
                    </a:lnB>
                    <a:solidFill>
                      <a:srgbClr val="F2F2F5"/>
                    </a:solidFill>
                  </a:tcPr>
                </a:tc>
                <a:tc>
                  <a:txBody>
                    <a:bodyPr wrap="square"/>
                    <a:lstStyle/>
                    <a:p>
                      <a:pPr algn="ctr"/>
                      <a:r>
                        <a:rPr sz="1700" b="0">
                          <a:solidFill>
                            <a:srgbClr val="3C3C48"/>
                          </a:solidFill>
                          <a:latin typeface="Franklin Gothic Book"/>
                        </a:rPr>
                        <a:t>0,018</a:t>
                      </a:r>
                    </a:p>
                  </a:txBody>
                  <a:tcPr marL="91440" marR="91440" marT="36576" marB="36576" anchor="ctr">
                    <a:lnL w="12700">
                      <a:solidFill>
                        <a:srgbClr val="FFFFFF"/>
                      </a:solidFill>
                    </a:lnL>
                    <a:lnR w="12700">
                      <a:solidFill>
                        <a:srgbClr val="FFFFFF"/>
                      </a:solidFill>
                    </a:lnR>
                    <a:lnT w="12700">
                      <a:solidFill>
                        <a:srgbClr val="FFFFFF"/>
                      </a:solidFill>
                    </a:lnT>
                    <a:lnB w="12700">
                      <a:solidFill>
                        <a:srgbClr val="FFFFFF"/>
                      </a:solidFill>
                    </a:lnB>
                    <a:solidFill>
                      <a:srgbClr val="F2F2F5"/>
                    </a:solidFill>
                  </a:tcPr>
                </a:tc>
                <a:tc>
                  <a:txBody>
                    <a:bodyPr wrap="square"/>
                    <a:lstStyle/>
                    <a:p>
                      <a:pPr algn="ctr"/>
                      <a:r>
                        <a:rPr sz="1700" b="0">
                          <a:solidFill>
                            <a:srgbClr val="3C3C48"/>
                          </a:solidFill>
                          <a:latin typeface="Franklin Gothic Book"/>
                        </a:rPr>
                        <a:t>0,035</a:t>
                      </a:r>
                    </a:p>
                  </a:txBody>
                  <a:tcPr marL="91440" marR="91440" marT="36576" marB="36576" anchor="ctr">
                    <a:lnL w="12700">
                      <a:solidFill>
                        <a:srgbClr val="FFFFFF"/>
                      </a:solidFill>
                    </a:lnL>
                    <a:lnR w="12700">
                      <a:solidFill>
                        <a:srgbClr val="FFFFFF"/>
                      </a:solidFill>
                    </a:lnR>
                    <a:lnT w="12700">
                      <a:solidFill>
                        <a:srgbClr val="FFFFFF"/>
                      </a:solidFill>
                    </a:lnT>
                    <a:lnB w="12700">
                      <a:solidFill>
                        <a:srgbClr val="FFFFFF"/>
                      </a:solidFill>
                    </a:lnB>
                    <a:solidFill>
                      <a:srgbClr val="F2F2F5"/>
                    </a:solidFill>
                  </a:tcPr>
                </a:tc>
                <a:tc>
                  <a:txBody>
                    <a:bodyPr wrap="square"/>
                    <a:lstStyle/>
                    <a:p>
                      <a:pPr algn="ctr"/>
                      <a:r>
                        <a:rPr sz="1700" b="0">
                          <a:solidFill>
                            <a:srgbClr val="3C3C48"/>
                          </a:solidFill>
                          <a:latin typeface="Franklin Gothic Book"/>
                        </a:rPr>
                        <a:t>90 / 98</a:t>
                      </a:r>
                    </a:p>
                  </a:txBody>
                  <a:tcPr marL="91440" marR="91440" marT="36576" marB="36576" anchor="ctr">
                    <a:lnL w="12700">
                      <a:solidFill>
                        <a:srgbClr val="FFFFFF"/>
                      </a:solidFill>
                    </a:lnL>
                    <a:lnR w="12700">
                      <a:solidFill>
                        <a:srgbClr val="FFFFFF"/>
                      </a:solidFill>
                    </a:lnR>
                    <a:lnT w="12700">
                      <a:solidFill>
                        <a:srgbClr val="FFFFFF"/>
                      </a:solidFill>
                    </a:lnT>
                    <a:lnB w="12700">
                      <a:solidFill>
                        <a:srgbClr val="FFFFFF"/>
                      </a:solidFill>
                    </a:lnB>
                    <a:solidFill>
                      <a:srgbClr val="F2F2F5"/>
                    </a:solidFill>
                  </a:tcPr>
                </a:tc>
                <a:tc>
                  <a:txBody>
                    <a:bodyPr wrap="square"/>
                    <a:lstStyle/>
                    <a:p>
                      <a:pPr algn="ctr"/>
                      <a:r>
                        <a:rPr sz="1700" b="0">
                          <a:solidFill>
                            <a:srgbClr val="3C3C48"/>
                          </a:solidFill>
                          <a:latin typeface="Franklin Gothic Book"/>
                        </a:rPr>
                        <a:t>4.886</a:t>
                      </a:r>
                    </a:p>
                  </a:txBody>
                  <a:tcPr marL="91440" marR="91440" marT="36576" marB="36576" anchor="ctr">
                    <a:lnL w="12700">
                      <a:solidFill>
                        <a:srgbClr val="FFFFFF"/>
                      </a:solidFill>
                    </a:lnL>
                    <a:lnR w="12700">
                      <a:solidFill>
                        <a:srgbClr val="FFFFFF"/>
                      </a:solidFill>
                    </a:lnR>
                    <a:lnT w="12700">
                      <a:solidFill>
                        <a:srgbClr val="FFFFFF"/>
                      </a:solidFill>
                    </a:lnT>
                    <a:lnB w="12700">
                      <a:solidFill>
                        <a:srgbClr val="FFFFFF"/>
                      </a:solidFill>
                    </a:lnB>
                    <a:solidFill>
                      <a:srgbClr val="F2F2F5"/>
                    </a:solidFill>
                  </a:tcPr>
                </a:tc>
              </a:tr>
              <a:tr h="585216">
                <a:tc>
                  <a:txBody>
                    <a:bodyPr wrap="square"/>
                    <a:lstStyle/>
                    <a:p>
                      <a:pPr algn="l"/>
                      <a:r>
                        <a:rPr sz="1700" b="1">
                          <a:solidFill>
                            <a:srgbClr val="00566C"/>
                          </a:solidFill>
                          <a:latin typeface="Franklin Gothic Medium"/>
                        </a:rPr>
                        <a:t>Árbol Decisión</a:t>
                      </a:r>
                    </a:p>
                  </a:txBody>
                  <a:tcPr marL="91440" marR="91440" marT="36576" marB="36576" anchor="ctr">
                    <a:lnL w="12700">
                      <a:solidFill>
                        <a:srgbClr val="FFFFFF"/>
                      </a:solidFill>
                    </a:lnL>
                    <a:lnR w="12700">
                      <a:solidFill>
                        <a:srgbClr val="FFFFFF"/>
                      </a:solidFill>
                    </a:lnR>
                    <a:lnT w="12700">
                      <a:solidFill>
                        <a:srgbClr val="FFFFFF"/>
                      </a:solidFill>
                    </a:lnT>
                    <a:lnB w="12700">
                      <a:solidFill>
                        <a:srgbClr val="FFFFFF"/>
                      </a:solidFill>
                    </a:lnB>
                    <a:solidFill>
                      <a:srgbClr val="FFFFFF"/>
                    </a:solidFill>
                  </a:tcPr>
                </a:tc>
                <a:tc>
                  <a:txBody>
                    <a:bodyPr wrap="square"/>
                    <a:lstStyle/>
                    <a:p>
                      <a:pPr algn="ctr"/>
                      <a:r>
                        <a:rPr sz="1700" b="0">
                          <a:solidFill>
                            <a:srgbClr val="3C3C48"/>
                          </a:solidFill>
                          <a:latin typeface="Franklin Gothic Book"/>
                        </a:rPr>
                        <a:t>Sin tratamiento</a:t>
                      </a:r>
                    </a:p>
                  </a:txBody>
                  <a:tcPr marL="91440" marR="91440" marT="36576" marB="36576" anchor="ctr">
                    <a:lnL w="12700">
                      <a:solidFill>
                        <a:srgbClr val="FFFFFF"/>
                      </a:solidFill>
                    </a:lnL>
                    <a:lnR w="12700">
                      <a:solidFill>
                        <a:srgbClr val="FFFFFF"/>
                      </a:solidFill>
                    </a:lnR>
                    <a:lnT w="12700">
                      <a:solidFill>
                        <a:srgbClr val="FFFFFF"/>
                      </a:solidFill>
                    </a:lnT>
                    <a:lnB w="12700">
                      <a:solidFill>
                        <a:srgbClr val="FFFFFF"/>
                      </a:solidFill>
                    </a:lnB>
                    <a:solidFill>
                      <a:srgbClr val="FFFFFF"/>
                    </a:solidFill>
                  </a:tcPr>
                </a:tc>
                <a:tc>
                  <a:txBody>
                    <a:bodyPr wrap="square"/>
                    <a:lstStyle/>
                    <a:p>
                      <a:pPr algn="ctr"/>
                      <a:r>
                        <a:rPr sz="1700" b="0">
                          <a:solidFill>
                            <a:srgbClr val="3C3C48"/>
                          </a:solidFill>
                          <a:latin typeface="Franklin Gothic Book"/>
                        </a:rPr>
                        <a:t>0,612</a:t>
                      </a:r>
                    </a:p>
                  </a:txBody>
                  <a:tcPr marL="91440" marR="91440" marT="36576" marB="36576" anchor="ctr">
                    <a:lnL w="12700">
                      <a:solidFill>
                        <a:srgbClr val="FFFFFF"/>
                      </a:solidFill>
                    </a:lnL>
                    <a:lnR w="12700">
                      <a:solidFill>
                        <a:srgbClr val="FFFFFF"/>
                      </a:solidFill>
                    </a:lnR>
                    <a:lnT w="12700">
                      <a:solidFill>
                        <a:srgbClr val="FFFFFF"/>
                      </a:solidFill>
                    </a:lnT>
                    <a:lnB w="12700">
                      <a:solidFill>
                        <a:srgbClr val="FFFFFF"/>
                      </a:solidFill>
                    </a:lnB>
                    <a:solidFill>
                      <a:srgbClr val="FFFFFF"/>
                    </a:solidFill>
                  </a:tcPr>
                </a:tc>
                <a:tc>
                  <a:txBody>
                    <a:bodyPr wrap="square"/>
                    <a:lstStyle/>
                    <a:p>
                      <a:pPr algn="ctr"/>
                      <a:r>
                        <a:rPr sz="1700" b="0">
                          <a:solidFill>
                            <a:srgbClr val="3C3C48"/>
                          </a:solidFill>
                          <a:latin typeface="Franklin Gothic Book"/>
                        </a:rPr>
                        <a:t>0,735</a:t>
                      </a:r>
                    </a:p>
                  </a:txBody>
                  <a:tcPr marL="91440" marR="91440" marT="36576" marB="36576" anchor="ctr">
                    <a:lnL w="12700">
                      <a:solidFill>
                        <a:srgbClr val="FFFFFF"/>
                      </a:solidFill>
                    </a:lnL>
                    <a:lnR w="12700">
                      <a:solidFill>
                        <a:srgbClr val="FFFFFF"/>
                      </a:solidFill>
                    </a:lnR>
                    <a:lnT w="12700">
                      <a:solidFill>
                        <a:srgbClr val="FFFFFF"/>
                      </a:solidFill>
                    </a:lnT>
                    <a:lnB w="12700">
                      <a:solidFill>
                        <a:srgbClr val="FFFFFF"/>
                      </a:solidFill>
                    </a:lnB>
                    <a:solidFill>
                      <a:srgbClr val="FFFFFF"/>
                    </a:solidFill>
                  </a:tcPr>
                </a:tc>
                <a:tc>
                  <a:txBody>
                    <a:bodyPr wrap="square"/>
                    <a:lstStyle/>
                    <a:p>
                      <a:pPr algn="ctr"/>
                      <a:r>
                        <a:rPr sz="1700" b="0">
                          <a:solidFill>
                            <a:srgbClr val="3C3C48"/>
                          </a:solidFill>
                          <a:latin typeface="Franklin Gothic Book"/>
                        </a:rPr>
                        <a:t>0,610</a:t>
                      </a:r>
                    </a:p>
                  </a:txBody>
                  <a:tcPr marL="91440" marR="91440" marT="36576" marB="36576" anchor="ctr">
                    <a:lnL w="12700">
                      <a:solidFill>
                        <a:srgbClr val="FFFFFF"/>
                      </a:solidFill>
                    </a:lnL>
                    <a:lnR w="12700">
                      <a:solidFill>
                        <a:srgbClr val="FFFFFF"/>
                      </a:solidFill>
                    </a:lnR>
                    <a:lnT w="12700">
                      <a:solidFill>
                        <a:srgbClr val="FFFFFF"/>
                      </a:solidFill>
                    </a:lnT>
                    <a:lnB w="12700">
                      <a:solidFill>
                        <a:srgbClr val="FFFFFF"/>
                      </a:solidFill>
                    </a:lnB>
                    <a:solidFill>
                      <a:srgbClr val="FFFFFF"/>
                    </a:solidFill>
                  </a:tcPr>
                </a:tc>
                <a:tc>
                  <a:txBody>
                    <a:bodyPr wrap="square"/>
                    <a:lstStyle/>
                    <a:p>
                      <a:pPr algn="ctr"/>
                      <a:r>
                        <a:rPr sz="1700" b="0">
                          <a:solidFill>
                            <a:srgbClr val="3C3C48"/>
                          </a:solidFill>
                          <a:latin typeface="Franklin Gothic Book"/>
                        </a:rPr>
                        <a:t>0,667</a:t>
                      </a:r>
                    </a:p>
                  </a:txBody>
                  <a:tcPr marL="91440" marR="91440" marT="36576" marB="36576" anchor="ctr">
                    <a:lnL w="12700">
                      <a:solidFill>
                        <a:srgbClr val="FFFFFF"/>
                      </a:solidFill>
                    </a:lnL>
                    <a:lnR w="12700">
                      <a:solidFill>
                        <a:srgbClr val="FFFFFF"/>
                      </a:solidFill>
                    </a:lnR>
                    <a:lnT w="12700">
                      <a:solidFill>
                        <a:srgbClr val="FFFFFF"/>
                      </a:solidFill>
                    </a:lnT>
                    <a:lnB w="12700">
                      <a:solidFill>
                        <a:srgbClr val="FFFFFF"/>
                      </a:solidFill>
                    </a:lnB>
                    <a:solidFill>
                      <a:srgbClr val="FFFFFF"/>
                    </a:solidFill>
                  </a:tcPr>
                </a:tc>
                <a:tc>
                  <a:txBody>
                    <a:bodyPr wrap="square"/>
                    <a:lstStyle/>
                    <a:p>
                      <a:pPr algn="ctr"/>
                      <a:r>
                        <a:rPr sz="1700" b="0">
                          <a:solidFill>
                            <a:srgbClr val="3C3C48"/>
                          </a:solidFill>
                          <a:latin typeface="Franklin Gothic Book"/>
                        </a:rPr>
                        <a:t>72 / 98</a:t>
                      </a:r>
                    </a:p>
                  </a:txBody>
                  <a:tcPr marL="91440" marR="91440" marT="36576" marB="36576" anchor="ctr">
                    <a:lnL w="12700">
                      <a:solidFill>
                        <a:srgbClr val="FFFFFF"/>
                      </a:solidFill>
                    </a:lnL>
                    <a:lnR w="12700">
                      <a:solidFill>
                        <a:srgbClr val="FFFFFF"/>
                      </a:solidFill>
                    </a:lnR>
                    <a:lnT w="12700">
                      <a:solidFill>
                        <a:srgbClr val="FFFFFF"/>
                      </a:solidFill>
                    </a:lnT>
                    <a:lnB w="12700">
                      <a:solidFill>
                        <a:srgbClr val="FFFFFF"/>
                      </a:solidFill>
                    </a:lnB>
                    <a:solidFill>
                      <a:srgbClr val="FFFFFF"/>
                    </a:solidFill>
                  </a:tcPr>
                </a:tc>
                <a:tc>
                  <a:txBody>
                    <a:bodyPr wrap="square"/>
                    <a:lstStyle/>
                    <a:p>
                      <a:pPr algn="ctr"/>
                      <a:r>
                        <a:rPr sz="1700" b="0">
                          <a:solidFill>
                            <a:srgbClr val="3C3C48"/>
                          </a:solidFill>
                          <a:latin typeface="Franklin Gothic Book"/>
                        </a:rPr>
                        <a:t>46</a:t>
                      </a:r>
                    </a:p>
                  </a:txBody>
                  <a:tcPr marL="91440" marR="91440" marT="36576" marB="36576" anchor="ctr">
                    <a:lnL w="12700">
                      <a:solidFill>
                        <a:srgbClr val="FFFFFF"/>
                      </a:solidFill>
                    </a:lnL>
                    <a:lnR w="12700">
                      <a:solidFill>
                        <a:srgbClr val="FFFFFF"/>
                      </a:solidFill>
                    </a:lnR>
                    <a:lnT w="12700">
                      <a:solidFill>
                        <a:srgbClr val="FFFFFF"/>
                      </a:solidFill>
                    </a:lnT>
                    <a:lnB w="12700">
                      <a:solidFill>
                        <a:srgbClr val="FFFFFF"/>
                      </a:solidFill>
                    </a:lnB>
                    <a:solidFill>
                      <a:srgbClr val="FFFFFF"/>
                    </a:solidFill>
                  </a:tcPr>
                </a:tc>
              </a:tr>
              <a:tr h="585216">
                <a:tc>
                  <a:txBody>
                    <a:bodyPr wrap="square"/>
                    <a:lstStyle/>
                    <a:p>
                      <a:pPr algn="l"/>
                      <a:r>
                        <a:rPr sz="1700" b="1">
                          <a:solidFill>
                            <a:srgbClr val="00566C"/>
                          </a:solidFill>
                          <a:latin typeface="Franklin Gothic Medium"/>
                        </a:rPr>
                        <a:t>LightGBM</a:t>
                      </a:r>
                    </a:p>
                  </a:txBody>
                  <a:tcPr marL="91440" marR="91440" marT="36576" marB="36576" anchor="ctr">
                    <a:lnL w="12700">
                      <a:solidFill>
                        <a:srgbClr val="FFFFFF"/>
                      </a:solidFill>
                    </a:lnL>
                    <a:lnR w="12700">
                      <a:solidFill>
                        <a:srgbClr val="FFFFFF"/>
                      </a:solidFill>
                    </a:lnR>
                    <a:lnT w="12700">
                      <a:solidFill>
                        <a:srgbClr val="FFFFFF"/>
                      </a:solidFill>
                    </a:lnT>
                    <a:lnB w="12700">
                      <a:solidFill>
                        <a:srgbClr val="FFFFFF"/>
                      </a:solidFill>
                    </a:lnB>
                    <a:solidFill>
                      <a:srgbClr val="F2F2F5"/>
                    </a:solidFill>
                  </a:tcPr>
                </a:tc>
                <a:tc>
                  <a:txBody>
                    <a:bodyPr wrap="square"/>
                    <a:lstStyle/>
                    <a:p>
                      <a:pPr algn="ctr"/>
                      <a:r>
                        <a:rPr sz="1700" b="0">
                          <a:solidFill>
                            <a:srgbClr val="3C3C48"/>
                          </a:solidFill>
                          <a:latin typeface="Franklin Gothic Book"/>
                        </a:rPr>
                        <a:t>Sin tratamiento</a:t>
                      </a:r>
                    </a:p>
                  </a:txBody>
                  <a:tcPr marL="91440" marR="91440" marT="36576" marB="36576" anchor="ctr">
                    <a:lnL w="12700">
                      <a:solidFill>
                        <a:srgbClr val="FFFFFF"/>
                      </a:solidFill>
                    </a:lnL>
                    <a:lnR w="12700">
                      <a:solidFill>
                        <a:srgbClr val="FFFFFF"/>
                      </a:solidFill>
                    </a:lnR>
                    <a:lnT w="12700">
                      <a:solidFill>
                        <a:srgbClr val="FFFFFF"/>
                      </a:solidFill>
                    </a:lnT>
                    <a:lnB w="12700">
                      <a:solidFill>
                        <a:srgbClr val="FFFFFF"/>
                      </a:solidFill>
                    </a:lnB>
                    <a:solidFill>
                      <a:srgbClr val="F2F2F5"/>
                    </a:solidFill>
                  </a:tcPr>
                </a:tc>
                <a:tc>
                  <a:txBody>
                    <a:bodyPr wrap="square"/>
                    <a:lstStyle/>
                    <a:p>
                      <a:pPr algn="ctr"/>
                      <a:r>
                        <a:rPr sz="1700" b="0">
                          <a:solidFill>
                            <a:srgbClr val="3C3C48"/>
                          </a:solidFill>
                          <a:latin typeface="Franklin Gothic Book"/>
                        </a:rPr>
                        <a:t>0,121</a:t>
                      </a:r>
                    </a:p>
                  </a:txBody>
                  <a:tcPr marL="91440" marR="91440" marT="36576" marB="36576" anchor="ctr">
                    <a:lnL w="12700">
                      <a:solidFill>
                        <a:srgbClr val="FFFFFF"/>
                      </a:solidFill>
                    </a:lnL>
                    <a:lnR w="12700">
                      <a:solidFill>
                        <a:srgbClr val="FFFFFF"/>
                      </a:solidFill>
                    </a:lnR>
                    <a:lnT w="12700">
                      <a:solidFill>
                        <a:srgbClr val="FFFFFF"/>
                      </a:solidFill>
                    </a:lnT>
                    <a:lnB w="12700">
                      <a:solidFill>
                        <a:srgbClr val="FFFFFF"/>
                      </a:solidFill>
                    </a:lnB>
                    <a:solidFill>
                      <a:srgbClr val="F2F2F5"/>
                    </a:solidFill>
                  </a:tcPr>
                </a:tc>
                <a:tc>
                  <a:txBody>
                    <a:bodyPr wrap="square"/>
                    <a:lstStyle/>
                    <a:p>
                      <a:pPr algn="ctr"/>
                      <a:r>
                        <a:rPr sz="1700" b="0">
                          <a:solidFill>
                            <a:srgbClr val="3C3C48"/>
                          </a:solidFill>
                          <a:latin typeface="Franklin Gothic Book"/>
                        </a:rPr>
                        <a:t>0,827</a:t>
                      </a:r>
                    </a:p>
                  </a:txBody>
                  <a:tcPr marL="91440" marR="91440" marT="36576" marB="36576" anchor="ctr">
                    <a:lnL w="12700">
                      <a:solidFill>
                        <a:srgbClr val="FFFFFF"/>
                      </a:solidFill>
                    </a:lnL>
                    <a:lnR w="12700">
                      <a:solidFill>
                        <a:srgbClr val="FFFFFF"/>
                      </a:solidFill>
                    </a:lnR>
                    <a:lnT w="12700">
                      <a:solidFill>
                        <a:srgbClr val="FFFFFF"/>
                      </a:solidFill>
                    </a:lnT>
                    <a:lnB w="12700">
                      <a:solidFill>
                        <a:srgbClr val="FFFFFF"/>
                      </a:solidFill>
                    </a:lnB>
                    <a:solidFill>
                      <a:srgbClr val="F2F2F5"/>
                    </a:solidFill>
                  </a:tcPr>
                </a:tc>
                <a:tc>
                  <a:txBody>
                    <a:bodyPr wrap="square"/>
                    <a:lstStyle/>
                    <a:p>
                      <a:pPr algn="ctr"/>
                      <a:r>
                        <a:rPr sz="1700" b="0">
                          <a:solidFill>
                            <a:srgbClr val="3C3C48"/>
                          </a:solidFill>
                          <a:latin typeface="Franklin Gothic Book"/>
                        </a:rPr>
                        <a:t>0,100</a:t>
                      </a:r>
                    </a:p>
                  </a:txBody>
                  <a:tcPr marL="91440" marR="91440" marT="36576" marB="36576" anchor="ctr">
                    <a:lnL w="12700">
                      <a:solidFill>
                        <a:srgbClr val="FFFFFF"/>
                      </a:solidFill>
                    </a:lnL>
                    <a:lnR w="12700">
                      <a:solidFill>
                        <a:srgbClr val="FFFFFF"/>
                      </a:solidFill>
                    </a:lnR>
                    <a:lnT w="12700">
                      <a:solidFill>
                        <a:srgbClr val="FFFFFF"/>
                      </a:solidFill>
                    </a:lnT>
                    <a:lnB w="12700">
                      <a:solidFill>
                        <a:srgbClr val="FFFFFF"/>
                      </a:solidFill>
                    </a:lnB>
                    <a:solidFill>
                      <a:srgbClr val="F2F2F5"/>
                    </a:solidFill>
                  </a:tcPr>
                </a:tc>
                <a:tc>
                  <a:txBody>
                    <a:bodyPr wrap="square"/>
                    <a:lstStyle/>
                    <a:p>
                      <a:pPr algn="ctr"/>
                      <a:r>
                        <a:rPr sz="1700" b="0">
                          <a:solidFill>
                            <a:srgbClr val="3C3C48"/>
                          </a:solidFill>
                          <a:latin typeface="Franklin Gothic Book"/>
                        </a:rPr>
                        <a:t>0,179</a:t>
                      </a:r>
                    </a:p>
                  </a:txBody>
                  <a:tcPr marL="91440" marR="91440" marT="36576" marB="36576" anchor="ctr">
                    <a:lnL w="12700">
                      <a:solidFill>
                        <a:srgbClr val="FFFFFF"/>
                      </a:solidFill>
                    </a:lnL>
                    <a:lnR w="12700">
                      <a:solidFill>
                        <a:srgbClr val="FFFFFF"/>
                      </a:solidFill>
                    </a:lnR>
                    <a:lnT w="12700">
                      <a:solidFill>
                        <a:srgbClr val="FFFFFF"/>
                      </a:solidFill>
                    </a:lnT>
                    <a:lnB w="12700">
                      <a:solidFill>
                        <a:srgbClr val="FFFFFF"/>
                      </a:solidFill>
                    </a:lnB>
                    <a:solidFill>
                      <a:srgbClr val="F2F2F5"/>
                    </a:solidFill>
                  </a:tcPr>
                </a:tc>
                <a:tc>
                  <a:txBody>
                    <a:bodyPr wrap="square"/>
                    <a:lstStyle/>
                    <a:p>
                      <a:pPr algn="ctr"/>
                      <a:r>
                        <a:rPr sz="1700" b="0">
                          <a:solidFill>
                            <a:srgbClr val="3C3C48"/>
                          </a:solidFill>
                          <a:latin typeface="Franklin Gothic Book"/>
                        </a:rPr>
                        <a:t>81 / 98</a:t>
                      </a:r>
                    </a:p>
                  </a:txBody>
                  <a:tcPr marL="91440" marR="91440" marT="36576" marB="36576" anchor="ctr">
                    <a:lnL w="12700">
                      <a:solidFill>
                        <a:srgbClr val="FFFFFF"/>
                      </a:solidFill>
                    </a:lnL>
                    <a:lnR w="12700">
                      <a:solidFill>
                        <a:srgbClr val="FFFFFF"/>
                      </a:solidFill>
                    </a:lnR>
                    <a:lnT w="12700">
                      <a:solidFill>
                        <a:srgbClr val="FFFFFF"/>
                      </a:solidFill>
                    </a:lnT>
                    <a:lnB w="12700">
                      <a:solidFill>
                        <a:srgbClr val="FFFFFF"/>
                      </a:solidFill>
                    </a:lnB>
                    <a:solidFill>
                      <a:srgbClr val="F2F2F5"/>
                    </a:solidFill>
                  </a:tcPr>
                </a:tc>
                <a:tc>
                  <a:txBody>
                    <a:bodyPr wrap="square"/>
                    <a:lstStyle/>
                    <a:p>
                      <a:pPr algn="ctr"/>
                      <a:r>
                        <a:rPr sz="1700" b="0">
                          <a:solidFill>
                            <a:srgbClr val="3C3C48"/>
                          </a:solidFill>
                          <a:latin typeface="Franklin Gothic Book"/>
                        </a:rPr>
                        <a:t>727</a:t>
                      </a:r>
                    </a:p>
                  </a:txBody>
                  <a:tcPr marL="91440" marR="91440" marT="36576" marB="36576" anchor="ctr">
                    <a:lnL w="12700">
                      <a:solidFill>
                        <a:srgbClr val="FFFFFF"/>
                      </a:solidFill>
                    </a:lnL>
                    <a:lnR w="12700">
                      <a:solidFill>
                        <a:srgbClr val="FFFFFF"/>
                      </a:solidFill>
                    </a:lnR>
                    <a:lnT w="12700">
                      <a:solidFill>
                        <a:srgbClr val="FFFFFF"/>
                      </a:solidFill>
                    </a:lnT>
                    <a:lnB w="12700">
                      <a:solidFill>
                        <a:srgbClr val="FFFFFF"/>
                      </a:solidFill>
                    </a:lnB>
                    <a:solidFill>
                      <a:srgbClr val="F2F2F5"/>
                    </a:solidFill>
                  </a:tcPr>
                </a:tc>
              </a:tr>
            </a:tbl>
          </a:graphicData>
        </a:graphic>
      </p:graphicFrame>
      <p:sp>
        <p:nvSpPr>
          <p:cNvPr id="17469" name="TextBox 17468"/>
          <p:cNvSpPr txBox="1"/>
          <p:nvPr/>
        </p:nvSpPr>
        <p:spPr>
          <a:xfrm>
            <a:off x="1371600" y="8092440"/>
            <a:ext cx="15544800" cy="822960"/>
          </a:xfrm>
          <a:prstGeom prst="rect">
            <a:avLst/>
          </a:prstGeom>
          <a:noFill/>
        </p:spPr>
        <p:txBody>
          <a:bodyPr wrap="square" anchor="t" lIns="45720" rIns="45720" tIns="27432" bIns="27432">
            <a:spAutoFit/>
          </a:bodyPr>
          <a:lstStyle/>
          <a:p>
            <a:pPr algn="l" marL="0" indent="0">
              <a:spcAft>
                <a:spcPts val="800"/>
              </a:spcAft>
              <a:buNone/>
            </a:pPr>
            <a:r>
              <a:rPr sz="1400" b="0">
                <a:solidFill>
                  <a:srgbClr val="858591"/>
                </a:solidFill>
                <a:latin typeface="Franklin Gothic Book"/>
              </a:rPr>
              <a:t>Selección de finalistas: mayor AUC-PR en test (desempate por Recall). Tabla completa de las 15 combinaciones: Tablas 3 y 4 del TFM.</a:t>
            </a:r>
          </a:p>
        </p:txBody>
      </p:sp>
    </p:spTree>
  </p:cSld>
  <p:clrMapOvr>
    <a:masterClrMapping/>
  </p:clrMapOvr>
  <p:transition spd="med">
    <p:fade/>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F4F874-3A7A-36AF-D850-E8FF6CFC5D11}"/>
              </a:ext>
            </a:extLst>
          </p:cNvPr>
          <p:cNvSpPr>
            <a:spLocks noGrp="1"/>
          </p:cNvSpPr>
          <p:nvPr>
            <p:ph type="title"/>
          </p:nvPr>
        </p:nvSpPr>
        <p:spPr>
          <a:xfrm>
            <a:off x="876300" y="571500"/>
            <a:ext cx="16002000" cy="1322388"/>
          </a:xfrm>
        </p:spPr>
        <p:txBody>
          <a:bodyPr/>
          <a:lstStyle/>
          <a:p>
            <a:pPr defTabSz="1371408" eaLnBrk="1" fontAlgn="auto" hangingPunct="1">
              <a:spcAft>
                <a:spcPts val="0"/>
              </a:spcAft>
              <a:defRPr/>
            </a:pPr>
            <a:r>
              <a:rPr lang="es-ES_tradnl" dirty="0">
                <a:solidFill>
                  <a:schemeClr val="accent1"/>
                </a:solidFill>
              </a:rPr>
              <a:t>03 Resultados</a:t>
            </a:r>
            <a:br>
              <a:rPr lang="es-ES_tradnl" dirty="0"/>
            </a:br>
            <a:r>
              <a:rPr lang="es-ES_tradnl" dirty="0">
                <a:solidFill>
                  <a:srgbClr val="00566C"/>
                </a:solidFill>
              </a:rPr>
              <a:t>El resampling no ayuda igual a todos los modelos</a:t>
            </a:r>
          </a:p>
        </p:txBody>
      </p:sp>
      <p:sp>
        <p:nvSpPr>
          <p:cNvPr id="12293" name="Slide Number Placeholder 2">
            <a:extLst>
              <a:ext uri="{FF2B5EF4-FFF2-40B4-BE49-F238E27FC236}">
                <a16:creationId xmlns:a16="http://schemas.microsoft.com/office/drawing/2014/main" id="{07D3DA6B-98AD-FE61-3DA2-672D343678E7}"/>
              </a:ext>
            </a:extLst>
          </p:cNvPr>
          <p:cNvSpPr txBox="1">
            <a:spLocks noChangeArrowheads="1"/>
          </p:cNvSpPr>
          <p:nvPr/>
        </p:nvSpPr>
        <p:spPr bwMode="auto">
          <a:xfrm>
            <a:off x="16916400" y="9072563"/>
            <a:ext cx="1733550" cy="923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1428" tIns="45713" rIns="91428" bIns="45713">
            <a:spAutoFit/>
          </a:bodyPr>
          <a:lstStyle>
            <a:lvl1pPr>
              <a:defRPr sz="2700">
                <a:solidFill>
                  <a:schemeClr val="tx1"/>
                </a:solidFill>
                <a:latin typeface="Franklin Gothic Book" panose="020B0503020102020204" pitchFamily="34" charset="0"/>
              </a:defRPr>
            </a:lvl1pPr>
            <a:lvl2pPr marL="742950" indent="-285750">
              <a:defRPr sz="2700">
                <a:solidFill>
                  <a:schemeClr val="tx1"/>
                </a:solidFill>
                <a:latin typeface="Franklin Gothic Book" panose="020B0503020102020204" pitchFamily="34" charset="0"/>
              </a:defRPr>
            </a:lvl2pPr>
            <a:lvl3pPr marL="1143000" indent="-228600">
              <a:defRPr sz="2700">
                <a:solidFill>
                  <a:schemeClr val="tx1"/>
                </a:solidFill>
                <a:latin typeface="Franklin Gothic Book" panose="020B0503020102020204" pitchFamily="34" charset="0"/>
              </a:defRPr>
            </a:lvl3pPr>
            <a:lvl4pPr marL="1600200" indent="-228600">
              <a:defRPr sz="2700">
                <a:solidFill>
                  <a:schemeClr val="tx1"/>
                </a:solidFill>
                <a:latin typeface="Franklin Gothic Book" panose="020B0503020102020204" pitchFamily="34" charset="0"/>
              </a:defRPr>
            </a:lvl4pPr>
            <a:lvl5pPr marL="2057400" indent="-228600">
              <a:defRPr sz="2700">
                <a:solidFill>
                  <a:schemeClr val="tx1"/>
                </a:solidFill>
                <a:latin typeface="Franklin Gothic Book" panose="020B0503020102020204" pitchFamily="34" charset="0"/>
              </a:defRPr>
            </a:lvl5pPr>
            <a:lvl6pPr marL="2514600" indent="-228600" defTabSz="1370013" eaLnBrk="0" fontAlgn="base" hangingPunct="0">
              <a:spcBef>
                <a:spcPct val="0"/>
              </a:spcBef>
              <a:spcAft>
                <a:spcPct val="0"/>
              </a:spcAft>
              <a:defRPr sz="2700">
                <a:solidFill>
                  <a:schemeClr val="tx1"/>
                </a:solidFill>
                <a:latin typeface="Franklin Gothic Book" panose="020B0503020102020204" pitchFamily="34" charset="0"/>
              </a:defRPr>
            </a:lvl6pPr>
            <a:lvl7pPr marL="2971800" indent="-228600" defTabSz="1370013" eaLnBrk="0" fontAlgn="base" hangingPunct="0">
              <a:spcBef>
                <a:spcPct val="0"/>
              </a:spcBef>
              <a:spcAft>
                <a:spcPct val="0"/>
              </a:spcAft>
              <a:defRPr sz="2700">
                <a:solidFill>
                  <a:schemeClr val="tx1"/>
                </a:solidFill>
                <a:latin typeface="Franklin Gothic Book" panose="020B0503020102020204" pitchFamily="34" charset="0"/>
              </a:defRPr>
            </a:lvl7pPr>
            <a:lvl8pPr marL="3429000" indent="-228600" defTabSz="1370013" eaLnBrk="0" fontAlgn="base" hangingPunct="0">
              <a:spcBef>
                <a:spcPct val="0"/>
              </a:spcBef>
              <a:spcAft>
                <a:spcPct val="0"/>
              </a:spcAft>
              <a:defRPr sz="2700">
                <a:solidFill>
                  <a:schemeClr val="tx1"/>
                </a:solidFill>
                <a:latin typeface="Franklin Gothic Book" panose="020B0503020102020204" pitchFamily="34" charset="0"/>
              </a:defRPr>
            </a:lvl8pPr>
            <a:lvl9pPr marL="3886200" indent="-228600" defTabSz="1370013" eaLnBrk="0" fontAlgn="base" hangingPunct="0">
              <a:spcBef>
                <a:spcPct val="0"/>
              </a:spcBef>
              <a:spcAft>
                <a:spcPct val="0"/>
              </a:spcAft>
              <a:defRPr sz="2700">
                <a:solidFill>
                  <a:schemeClr val="tx1"/>
                </a:solidFill>
                <a:latin typeface="Franklin Gothic Book" panose="020B0503020102020204" pitchFamily="34" charset="0"/>
              </a:defRPr>
            </a:lvl9pPr>
          </a:lstStyle>
          <a:p>
            <a:pPr eaLnBrk="1" hangingPunct="1"/>
            <a:r>
              <a:rPr lang="es-ES" altLang="es-ES" b="1">
                <a:solidFill>
                  <a:schemeClr val="accent2"/>
                </a:solidFill>
                <a:latin typeface="Franklin Gothic Medium" panose="020B0603020102090204" pitchFamily="34" charset="0"/>
              </a:rPr>
              <a:t>pág.</a:t>
            </a:r>
          </a:p>
          <a:p>
            <a:pPr eaLnBrk="1" hangingPunct="1"/>
            <a:fld id="{EB48EA59-A2D3-4BAB-8B35-26AD123258B3}" type="slidenum">
              <a:rPr lang="es-ES" altLang="es-ES" b="1">
                <a:solidFill>
                  <a:schemeClr val="accent2"/>
                </a:solidFill>
                <a:latin typeface="Franklin Gothic Medium" panose="020B0603020102090204" pitchFamily="34" charset="0"/>
              </a:rPr>
              <a:pPr eaLnBrk="1" hangingPunct="1"/>
              <a:t>11</a:t>
            </a:fld>
            <a:endParaRPr lang="es-ES" altLang="es-ES" b="1">
              <a:solidFill>
                <a:schemeClr val="accent2"/>
              </a:solidFill>
              <a:latin typeface="Franklin Gothic Medium" panose="020B0603020102090204" pitchFamily="34" charset="0"/>
            </a:endParaRPr>
          </a:p>
        </p:txBody>
      </p:sp>
      <p:pic>
        <p:nvPicPr>
          <p:cNvPr id="12294" name="Picture 12293" descr="fig07.png"/>
          <p:cNvPicPr>
            <a:picLocks noChangeAspect="1"/>
          </p:cNvPicPr>
          <p:nvPr/>
        </p:nvPicPr>
        <p:blipFill>
          <a:blip r:embed="rId2"/>
          <a:stretch>
            <a:fillRect/>
          </a:stretch>
        </p:blipFill>
        <p:spPr>
          <a:xfrm>
            <a:off x="1280160" y="1965960"/>
            <a:ext cx="15727680" cy="4658526"/>
          </a:xfrm>
          <a:prstGeom prst="rect">
            <a:avLst/>
          </a:prstGeom>
        </p:spPr>
      </p:pic>
      <p:sp>
        <p:nvSpPr>
          <p:cNvPr id="12295" name="TextBox 12294"/>
          <p:cNvSpPr txBox="1"/>
          <p:nvPr/>
        </p:nvSpPr>
        <p:spPr>
          <a:xfrm>
            <a:off x="914400" y="6812280"/>
            <a:ext cx="8229600" cy="2194560"/>
          </a:xfrm>
          <a:prstGeom prst="rect">
            <a:avLst/>
          </a:prstGeom>
          <a:noFill/>
        </p:spPr>
        <p:txBody>
          <a:bodyPr wrap="square" anchor="t" lIns="45720" rIns="45720" tIns="27432" bIns="27432">
            <a:spAutoFit/>
          </a:bodyPr>
          <a:lstStyle/>
          <a:p>
            <a:pPr algn="l" marL="274320" indent="-274320">
              <a:spcAft>
                <a:spcPts val="800"/>
              </a:spcAft>
              <a:buClr>
                <a:srgbClr val="219BC3"/>
              </a:buClr>
              <a:buFont typeface="Arial"/>
              <a:buChar char="•"/>
            </a:pPr>
            <a:r>
              <a:rPr sz="1700" b="1">
                <a:solidFill>
                  <a:srgbClr val="00566C"/>
                </a:solidFill>
                <a:latin typeface="Franklin Gothic Book"/>
              </a:rPr>
              <a:t>XGBoost </a:t>
            </a:r>
            <a:r>
              <a:rPr sz="1700" b="0">
                <a:solidFill>
                  <a:srgbClr val="3C3C48"/>
                </a:solidFill>
                <a:latin typeface="Franklin Gothic Book"/>
              </a:rPr>
              <a:t>rinde mejor sin resampling: scale_pos_weight ya compensa; SMOTE sube a 243 falsas alarmas.</a:t>
            </a:r>
          </a:p>
          <a:p>
            <a:pPr algn="l" marL="274320" indent="-274320">
              <a:spcAft>
                <a:spcPts val="800"/>
              </a:spcAft>
              <a:buClr>
                <a:srgbClr val="219BC3"/>
              </a:buClr>
              <a:buFont typeface="Arial"/>
              <a:buChar char="•"/>
            </a:pPr>
            <a:r>
              <a:rPr sz="1700" b="1">
                <a:solidFill>
                  <a:srgbClr val="00566C"/>
                </a:solidFill>
                <a:latin typeface="Franklin Gothic Book"/>
              </a:rPr>
              <a:t>Random Forest </a:t>
            </a:r>
            <a:r>
              <a:rPr sz="1700" b="0">
                <a:solidFill>
                  <a:srgbClr val="3C3C48"/>
                </a:solidFill>
                <a:latin typeface="Franklin Gothic Book"/>
              </a:rPr>
              <a:t>sí mejora con SMOTE: AUC-PR 0,859 → 0,876 y Recall 0,755 → 0,837.</a:t>
            </a:r>
          </a:p>
        </p:txBody>
      </p:sp>
      <p:sp>
        <p:nvSpPr>
          <p:cNvPr id="12296" name="TextBox 12295"/>
          <p:cNvSpPr txBox="1"/>
          <p:nvPr/>
        </p:nvSpPr>
        <p:spPr>
          <a:xfrm>
            <a:off x="9326880" y="6812280"/>
            <a:ext cx="8046720" cy="2194560"/>
          </a:xfrm>
          <a:prstGeom prst="rect">
            <a:avLst/>
          </a:prstGeom>
          <a:noFill/>
        </p:spPr>
        <p:txBody>
          <a:bodyPr wrap="square" anchor="t" lIns="45720" rIns="45720" tIns="27432" bIns="27432">
            <a:spAutoFit/>
          </a:bodyPr>
          <a:lstStyle/>
          <a:p>
            <a:pPr algn="l" marL="274320" indent="-274320">
              <a:spcAft>
                <a:spcPts val="800"/>
              </a:spcAft>
              <a:buClr>
                <a:srgbClr val="219BC3"/>
              </a:buClr>
              <a:buFont typeface="Arial"/>
              <a:buChar char="•"/>
            </a:pPr>
            <a:r>
              <a:rPr sz="1700" b="1">
                <a:solidFill>
                  <a:srgbClr val="00566C"/>
                </a:solidFill>
                <a:latin typeface="Franklin Gothic Book"/>
              </a:rPr>
              <a:t>Árbol de Decisión </a:t>
            </a:r>
            <a:r>
              <a:rPr sz="1700" b="0">
                <a:solidFill>
                  <a:srgbClr val="3C3C48"/>
                </a:solidFill>
                <a:latin typeface="Franklin Gothic Book"/>
              </a:rPr>
              <a:t>es el más inestable: sobreajusta a los datos sintéticos.</a:t>
            </a:r>
          </a:p>
          <a:p>
            <a:pPr algn="l" marL="274320" indent="-274320">
              <a:spcAft>
                <a:spcPts val="800"/>
              </a:spcAft>
              <a:buClr>
                <a:srgbClr val="219BC3"/>
              </a:buClr>
              <a:buFont typeface="Arial"/>
              <a:buChar char="•"/>
            </a:pPr>
            <a:r>
              <a:rPr sz="1700" b="1">
                <a:solidFill>
                  <a:srgbClr val="00566C"/>
                </a:solidFill>
                <a:latin typeface="Franklin Gothic Book"/>
              </a:rPr>
              <a:t>LightGBM sin resampling </a:t>
            </a:r>
            <a:r>
              <a:rPr sz="1700" b="0">
                <a:solidFill>
                  <a:srgbClr val="3C3C48"/>
                </a:solidFill>
                <a:latin typeface="Franklin Gothic Book"/>
              </a:rPr>
              <a:t>(0,121) se explica por is_unbalance=True: con False sube a 0,651.</a:t>
            </a:r>
          </a:p>
        </p:txBody>
      </p:sp>
    </p:spTree>
  </p:cSld>
  <p:clrMapOvr>
    <a:masterClrMapping/>
  </p:clrMapOvr>
  <p:transition spd="med">
    <p:fade/>
  </p:transition>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 name="TextBox 30">
            <a:extLst>
              <a:ext uri="{FF2B5EF4-FFF2-40B4-BE49-F238E27FC236}">
                <a16:creationId xmlns:a16="http://schemas.microsoft.com/office/drawing/2014/main" id="{8D671ABC-8F72-5D3C-F0F2-E2CA6A06281C}"/>
              </a:ext>
            </a:extLst>
          </p:cNvPr>
          <p:cNvSpPr txBox="1"/>
          <p:nvPr/>
        </p:nvSpPr>
        <p:spPr>
          <a:xfrm>
            <a:off x="8161338" y="1581150"/>
            <a:ext cx="9509760" cy="1446213"/>
          </a:xfrm>
          <a:prstGeom prst="rect">
            <a:avLst/>
          </a:prstGeom>
          <a:noFill/>
        </p:spPr>
        <p:txBody>
          <a:bodyPr lIns="91428" tIns="45713" rIns="91428" bIns="45713">
            <a:spAutoFit/>
          </a:bodyPr>
          <a:lstStyle/>
          <a:p>
            <a:pPr defTabSz="1371408" eaLnBrk="1" fontAlgn="auto" hangingPunct="1">
              <a:spcBef>
                <a:spcPts val="0"/>
              </a:spcBef>
              <a:spcAft>
                <a:spcPts val="0"/>
              </a:spcAft>
              <a:defRPr/>
            </a:pPr>
            <a:r>
              <a:rPr lang="es-ES_tradnl" sz="2800" b="1">
                <a:solidFill>
                  <a:srgbClr val="00566C"/>
                </a:solidFill>
                <a:latin typeface="+mj-lt"/>
              </a:rPr>
              <a:t>AUC-PR de XGBoost sin resampling</a:t>
            </a:r>
          </a:p>
          <a:p>
            <a:pPr defTabSz="1371408" eaLnBrk="1" fontAlgn="auto" hangingPunct="1">
              <a:spcBef>
                <a:spcPts val="0"/>
              </a:spcBef>
              <a:spcAft>
                <a:spcPts val="0"/>
              </a:spcAft>
              <a:defRPr/>
            </a:pPr>
            <a:r>
              <a:rPr lang="es-ES_tradnl" sz="2000" b="0">
                <a:solidFill>
                  <a:srgbClr val="858591"/>
                </a:solidFill>
                <a:latin typeface="+mj-lt"/>
              </a:rPr>
              <a:t>Mejor combinación · 82 de 98 fraudes detectados</a:t>
            </a:r>
          </a:p>
        </p:txBody>
      </p:sp>
      <p:cxnSp>
        <p:nvCxnSpPr>
          <p:cNvPr id="3" name="Straight Connector 2">
            <a:extLst>
              <a:ext uri="{FF2B5EF4-FFF2-40B4-BE49-F238E27FC236}">
                <a16:creationId xmlns:a16="http://schemas.microsoft.com/office/drawing/2014/main" id="{939EBC2E-B47E-9206-8ECF-2BB5F02D9F14}"/>
              </a:ext>
            </a:extLst>
          </p:cNvPr>
          <p:cNvCxnSpPr/>
          <p:nvPr/>
        </p:nvCxnSpPr>
        <p:spPr>
          <a:xfrm>
            <a:off x="7627938" y="1427163"/>
            <a:ext cx="0" cy="1752600"/>
          </a:xfrm>
          <a:prstGeom prst="line">
            <a:avLst/>
          </a:prstGeom>
          <a:ln w="25400" cap="sq">
            <a:solidFill>
              <a:schemeClr val="accent2"/>
            </a:solidFill>
            <a:bevel/>
            <a:headEnd type="none"/>
            <a:tailEnd type="none"/>
          </a:ln>
        </p:spPr>
        <p:style>
          <a:lnRef idx="1">
            <a:schemeClr val="accent1"/>
          </a:lnRef>
          <a:fillRef idx="0">
            <a:schemeClr val="accent1"/>
          </a:fillRef>
          <a:effectRef idx="0">
            <a:schemeClr val="accent1"/>
          </a:effectRef>
          <a:fontRef idx="minor">
            <a:schemeClr val="tx1"/>
          </a:fontRef>
        </p:style>
      </p:cxnSp>
      <p:sp>
        <p:nvSpPr>
          <p:cNvPr id="4" name="TextBox 3">
            <a:extLst>
              <a:ext uri="{FF2B5EF4-FFF2-40B4-BE49-F238E27FC236}">
                <a16:creationId xmlns:a16="http://schemas.microsoft.com/office/drawing/2014/main" id="{2B2A6FEE-C97A-D992-7BDC-57D43D29EA19}"/>
              </a:ext>
            </a:extLst>
          </p:cNvPr>
          <p:cNvSpPr txBox="1"/>
          <p:nvPr/>
        </p:nvSpPr>
        <p:spPr>
          <a:xfrm>
            <a:off x="822960" y="1519238"/>
            <a:ext cx="6583680" cy="1554162"/>
          </a:xfrm>
          <a:prstGeom prst="rect">
            <a:avLst/>
          </a:prstGeom>
          <a:noFill/>
        </p:spPr>
        <p:txBody>
          <a:bodyPr lIns="91428" tIns="45713" rIns="91428" bIns="45713">
            <a:spAutoFit/>
          </a:bodyPr>
          <a:lstStyle/>
          <a:p>
            <a:pPr algn="r" defTabSz="1371408" eaLnBrk="1" fontAlgn="auto" hangingPunct="1">
              <a:spcBef>
                <a:spcPts val="0"/>
              </a:spcBef>
              <a:spcAft>
                <a:spcPts val="0"/>
              </a:spcAft>
              <a:defRPr/>
            </a:pPr>
            <a:r>
              <a:rPr lang="es-ES_tradnl" sz="6000" b="1">
                <a:solidFill>
                  <a:schemeClr val="accent1"/>
                </a:solidFill>
                <a:latin typeface="+mj-lt"/>
              </a:rPr>
              <a:t>0,883</a:t>
            </a:r>
          </a:p>
        </p:txBody>
      </p:sp>
      <p:sp>
        <p:nvSpPr>
          <p:cNvPr id="7" name="TextBox 30">
            <a:extLst>
              <a:ext uri="{FF2B5EF4-FFF2-40B4-BE49-F238E27FC236}">
                <a16:creationId xmlns:a16="http://schemas.microsoft.com/office/drawing/2014/main" id="{2840F444-CDC1-97C5-66E3-A3DD0AE95600}"/>
              </a:ext>
            </a:extLst>
          </p:cNvPr>
          <p:cNvSpPr txBox="1"/>
          <p:nvPr/>
        </p:nvSpPr>
        <p:spPr>
          <a:xfrm>
            <a:off x="8161338" y="4049713"/>
            <a:ext cx="9509760" cy="1446212"/>
          </a:xfrm>
          <a:prstGeom prst="rect">
            <a:avLst/>
          </a:prstGeom>
          <a:noFill/>
        </p:spPr>
        <p:txBody>
          <a:bodyPr lIns="91428" tIns="45713" rIns="91428" bIns="45713">
            <a:spAutoFit/>
          </a:bodyPr>
          <a:lstStyle/>
          <a:p>
            <a:pPr defTabSz="1371408" eaLnBrk="1" fontAlgn="auto" hangingPunct="1">
              <a:spcBef>
                <a:spcPts val="0"/>
              </a:spcBef>
              <a:spcAft>
                <a:spcPts val="0"/>
              </a:spcAft>
              <a:defRPr/>
            </a:pPr>
            <a:r>
              <a:rPr lang="es-ES_tradnl" sz="2800" b="1">
                <a:solidFill>
                  <a:srgbClr val="00566C"/>
                </a:solidFill>
                <a:latin typeface="+mj-lt"/>
              </a:rPr>
              <a:t>AUC-PR de Random Forest + SMOTE</a:t>
            </a:r>
          </a:p>
          <a:p>
            <a:pPr defTabSz="1371408" eaLnBrk="1" fontAlgn="auto" hangingPunct="1">
              <a:spcBef>
                <a:spcPts val="0"/>
              </a:spcBef>
              <a:spcAft>
                <a:spcPts val="0"/>
              </a:spcAft>
              <a:defRPr/>
            </a:pPr>
            <a:r>
              <a:rPr lang="es-ES_tradnl" sz="2000" b="0">
                <a:solidFill>
                  <a:srgbClr val="858591"/>
                </a:solidFill>
                <a:latin typeface="+mj-lt"/>
              </a:rPr>
              <a:t>Segundo finalista · 82 de 98 fraudes detectados</a:t>
            </a:r>
          </a:p>
        </p:txBody>
      </p:sp>
      <p:cxnSp>
        <p:nvCxnSpPr>
          <p:cNvPr id="8" name="Straight Connector 2">
            <a:extLst>
              <a:ext uri="{FF2B5EF4-FFF2-40B4-BE49-F238E27FC236}">
                <a16:creationId xmlns:a16="http://schemas.microsoft.com/office/drawing/2014/main" id="{0D96BEE1-F4C0-5B5B-F34B-656D44E3F335}"/>
              </a:ext>
            </a:extLst>
          </p:cNvPr>
          <p:cNvCxnSpPr/>
          <p:nvPr/>
        </p:nvCxnSpPr>
        <p:spPr>
          <a:xfrm>
            <a:off x="7627938" y="3897313"/>
            <a:ext cx="0" cy="1752600"/>
          </a:xfrm>
          <a:prstGeom prst="line">
            <a:avLst/>
          </a:prstGeom>
          <a:ln w="25400" cap="sq">
            <a:solidFill>
              <a:schemeClr val="accent2"/>
            </a:solidFill>
            <a:bevel/>
            <a:headEnd type="none"/>
            <a:tailEnd type="none"/>
          </a:ln>
        </p:spPr>
        <p:style>
          <a:lnRef idx="1">
            <a:schemeClr val="accent1"/>
          </a:lnRef>
          <a:fillRef idx="0">
            <a:schemeClr val="accent1"/>
          </a:fillRef>
          <a:effectRef idx="0">
            <a:schemeClr val="accent1"/>
          </a:effectRef>
          <a:fontRef idx="minor">
            <a:schemeClr val="tx1"/>
          </a:fontRef>
        </p:style>
      </p:cxnSp>
      <p:sp>
        <p:nvSpPr>
          <p:cNvPr id="9" name="TextBox 3">
            <a:extLst>
              <a:ext uri="{FF2B5EF4-FFF2-40B4-BE49-F238E27FC236}">
                <a16:creationId xmlns:a16="http://schemas.microsoft.com/office/drawing/2014/main" id="{B3BA1805-5F06-26B6-AD4B-28B7DE390745}"/>
              </a:ext>
            </a:extLst>
          </p:cNvPr>
          <p:cNvSpPr txBox="1"/>
          <p:nvPr/>
        </p:nvSpPr>
        <p:spPr>
          <a:xfrm>
            <a:off x="822960" y="3987800"/>
            <a:ext cx="6583680" cy="1554163"/>
          </a:xfrm>
          <a:prstGeom prst="rect">
            <a:avLst/>
          </a:prstGeom>
          <a:noFill/>
        </p:spPr>
        <p:txBody>
          <a:bodyPr lIns="91428" tIns="45713" rIns="91428" bIns="45713">
            <a:spAutoFit/>
          </a:bodyPr>
          <a:lstStyle/>
          <a:p>
            <a:pPr algn="r" defTabSz="1371408" eaLnBrk="1" fontAlgn="auto" hangingPunct="1">
              <a:spcBef>
                <a:spcPts val="0"/>
              </a:spcBef>
              <a:spcAft>
                <a:spcPts val="0"/>
              </a:spcAft>
              <a:defRPr/>
            </a:pPr>
            <a:r>
              <a:rPr lang="es-ES_tradnl" sz="6000" b="1">
                <a:solidFill>
                  <a:schemeClr val="accent1"/>
                </a:solidFill>
                <a:latin typeface="+mj-lt"/>
              </a:rPr>
              <a:t>0,876</a:t>
            </a:r>
          </a:p>
        </p:txBody>
      </p:sp>
      <p:sp>
        <p:nvSpPr>
          <p:cNvPr id="10" name="TextBox 30">
            <a:extLst>
              <a:ext uri="{FF2B5EF4-FFF2-40B4-BE49-F238E27FC236}">
                <a16:creationId xmlns:a16="http://schemas.microsoft.com/office/drawing/2014/main" id="{E71ED9F7-0615-D94B-3FA6-335030EC9CAA}"/>
              </a:ext>
            </a:extLst>
          </p:cNvPr>
          <p:cNvSpPr txBox="1"/>
          <p:nvPr/>
        </p:nvSpPr>
        <p:spPr>
          <a:xfrm>
            <a:off x="8161338" y="6519863"/>
            <a:ext cx="9509760" cy="1446212"/>
          </a:xfrm>
          <a:prstGeom prst="rect">
            <a:avLst/>
          </a:prstGeom>
          <a:noFill/>
        </p:spPr>
        <p:txBody>
          <a:bodyPr lIns="91428" tIns="45713" rIns="91428" bIns="45713">
            <a:spAutoFit/>
          </a:bodyPr>
          <a:lstStyle/>
          <a:p>
            <a:pPr defTabSz="1371408" eaLnBrk="1" fontAlgn="auto" hangingPunct="1">
              <a:spcBef>
                <a:spcPts val="0"/>
              </a:spcBef>
              <a:spcAft>
                <a:spcPts val="0"/>
              </a:spcAft>
              <a:defRPr/>
            </a:pPr>
            <a:r>
              <a:rPr lang="es-ES_tradnl" sz="2800" b="1">
                <a:solidFill>
                  <a:srgbClr val="00566C"/>
                </a:solidFill>
                <a:latin typeface="+mj-lt"/>
              </a:rPr>
              <a:t>falsas alarmas de XGBoost entre 56.864 legítimas</a:t>
            </a:r>
          </a:p>
          <a:p>
            <a:pPr defTabSz="1371408" eaLnBrk="1" fontAlgn="auto" hangingPunct="1">
              <a:spcBef>
                <a:spcPts val="0"/>
              </a:spcBef>
              <a:spcAft>
                <a:spcPts val="0"/>
              </a:spcAft>
              <a:defRPr/>
            </a:pPr>
            <a:r>
              <a:rPr lang="es-ES_tradnl" sz="2000" b="0">
                <a:solidFill>
                  <a:srgbClr val="858591"/>
                </a:solidFill>
                <a:latin typeface="+mj-lt"/>
              </a:rPr>
              <a:t>Precisión 0,882 · Recall 0,837 · F1 0,859</a:t>
            </a:r>
          </a:p>
        </p:txBody>
      </p:sp>
      <p:cxnSp>
        <p:nvCxnSpPr>
          <p:cNvPr id="11" name="Straight Connector 2">
            <a:extLst>
              <a:ext uri="{FF2B5EF4-FFF2-40B4-BE49-F238E27FC236}">
                <a16:creationId xmlns:a16="http://schemas.microsoft.com/office/drawing/2014/main" id="{05500EE1-53AD-C7A1-B1D2-4D65AF0184CD}"/>
              </a:ext>
            </a:extLst>
          </p:cNvPr>
          <p:cNvCxnSpPr/>
          <p:nvPr/>
        </p:nvCxnSpPr>
        <p:spPr>
          <a:xfrm>
            <a:off x="7627938" y="6365875"/>
            <a:ext cx="0" cy="1752600"/>
          </a:xfrm>
          <a:prstGeom prst="line">
            <a:avLst/>
          </a:prstGeom>
          <a:ln w="25400" cap="sq">
            <a:solidFill>
              <a:schemeClr val="accent2"/>
            </a:solidFill>
            <a:bevel/>
            <a:headEnd type="none"/>
            <a:tailEnd type="none"/>
          </a:ln>
        </p:spPr>
        <p:style>
          <a:lnRef idx="1">
            <a:schemeClr val="accent1"/>
          </a:lnRef>
          <a:fillRef idx="0">
            <a:schemeClr val="accent1"/>
          </a:fillRef>
          <a:effectRef idx="0">
            <a:schemeClr val="accent1"/>
          </a:effectRef>
          <a:fontRef idx="minor">
            <a:schemeClr val="tx1"/>
          </a:fontRef>
        </p:style>
      </p:cxnSp>
      <p:sp>
        <p:nvSpPr>
          <p:cNvPr id="12" name="TextBox 3">
            <a:extLst>
              <a:ext uri="{FF2B5EF4-FFF2-40B4-BE49-F238E27FC236}">
                <a16:creationId xmlns:a16="http://schemas.microsoft.com/office/drawing/2014/main" id="{18C1ABE4-EDE3-3336-CFA9-9653188945F3}"/>
              </a:ext>
            </a:extLst>
          </p:cNvPr>
          <p:cNvSpPr txBox="1"/>
          <p:nvPr/>
        </p:nvSpPr>
        <p:spPr>
          <a:xfrm>
            <a:off x="822960" y="6457950"/>
            <a:ext cx="6583680" cy="1554163"/>
          </a:xfrm>
          <a:prstGeom prst="rect">
            <a:avLst/>
          </a:prstGeom>
          <a:noFill/>
        </p:spPr>
        <p:txBody>
          <a:bodyPr lIns="91428" tIns="45713" rIns="91428" bIns="45713">
            <a:spAutoFit/>
          </a:bodyPr>
          <a:lstStyle/>
          <a:p>
            <a:pPr algn="r" defTabSz="1371408" eaLnBrk="1" fontAlgn="auto" hangingPunct="1">
              <a:spcBef>
                <a:spcPts val="0"/>
              </a:spcBef>
              <a:spcAft>
                <a:spcPts val="0"/>
              </a:spcAft>
              <a:defRPr/>
            </a:pPr>
            <a:r>
              <a:rPr lang="es-ES_tradnl" sz="6000" b="1">
                <a:solidFill>
                  <a:schemeClr val="accent1"/>
                </a:solidFill>
                <a:latin typeface="+mj-lt"/>
              </a:rPr>
              <a:t>11</a:t>
            </a:r>
          </a:p>
        </p:txBody>
      </p:sp>
    </p:spTree>
  </p:cSld>
  <p:clrMapOvr>
    <a:masterClrMapping/>
  </p:clrMapOvr>
  <p:transition spd="med">
    <p:fade/>
  </p:transition>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ACC032-086B-F166-282C-7DF2BCD84F6A}"/>
              </a:ext>
            </a:extLst>
          </p:cNvPr>
          <p:cNvSpPr>
            <a:spLocks noGrp="1"/>
          </p:cNvSpPr>
          <p:nvPr>
            <p:ph type="title"/>
          </p:nvPr>
        </p:nvSpPr>
        <p:spPr>
          <a:xfrm>
            <a:off x="876300" y="571500"/>
            <a:ext cx="16002000" cy="1322388"/>
          </a:xfrm>
        </p:spPr>
        <p:txBody>
          <a:bodyPr/>
          <a:lstStyle/>
          <a:p>
            <a:pPr defTabSz="1371408" eaLnBrk="1" fontAlgn="auto" hangingPunct="1">
              <a:spcAft>
                <a:spcPts val="0"/>
              </a:spcAft>
              <a:defRPr/>
            </a:pPr>
            <a:r>
              <a:rPr lang="es-ES_tradnl">
                <a:solidFill>
                  <a:schemeClr val="accent1"/>
                </a:solidFill>
              </a:rPr>
              <a:t>03 Resultados</a:t>
            </a:r>
            <a:br>
              <a:rPr lang="es-ES_tradnl"/>
            </a:br>
            <a:r>
              <a:rPr lang="es-ES_tradnl" err="1">
                <a:solidFill>
                  <a:srgbClr val="00566C"/>
                </a:solidFill>
              </a:rPr>
              <a:t>Coste computacional</a:t>
            </a:r>
            <a:endParaRPr lang="es-ES_tradnl">
              <a:solidFill>
                <a:srgbClr val="00566C"/>
              </a:solidFill>
            </a:endParaRPr>
          </a:p>
        </p:txBody>
      </p:sp>
      <p:sp>
        <p:nvSpPr>
          <p:cNvPr id="14343" name="Slide Number Placeholder 2">
            <a:extLst>
              <a:ext uri="{FF2B5EF4-FFF2-40B4-BE49-F238E27FC236}">
                <a16:creationId xmlns:a16="http://schemas.microsoft.com/office/drawing/2014/main" id="{B83A4AD3-2F6E-635C-0BB0-31DA0757F558}"/>
              </a:ext>
            </a:extLst>
          </p:cNvPr>
          <p:cNvSpPr txBox="1">
            <a:spLocks noChangeArrowheads="1"/>
          </p:cNvSpPr>
          <p:nvPr/>
        </p:nvSpPr>
        <p:spPr bwMode="auto">
          <a:xfrm>
            <a:off x="16916400" y="9072563"/>
            <a:ext cx="1733550" cy="923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1428" tIns="45713" rIns="91428" bIns="45713">
            <a:spAutoFit/>
          </a:bodyPr>
          <a:lstStyle>
            <a:lvl1pPr>
              <a:defRPr sz="2700">
                <a:solidFill>
                  <a:schemeClr val="tx1"/>
                </a:solidFill>
                <a:latin typeface="Franklin Gothic Book" panose="020B0503020102020204" pitchFamily="34" charset="0"/>
              </a:defRPr>
            </a:lvl1pPr>
            <a:lvl2pPr marL="742950" indent="-285750">
              <a:defRPr sz="2700">
                <a:solidFill>
                  <a:schemeClr val="tx1"/>
                </a:solidFill>
                <a:latin typeface="Franklin Gothic Book" panose="020B0503020102020204" pitchFamily="34" charset="0"/>
              </a:defRPr>
            </a:lvl2pPr>
            <a:lvl3pPr marL="1143000" indent="-228600">
              <a:defRPr sz="2700">
                <a:solidFill>
                  <a:schemeClr val="tx1"/>
                </a:solidFill>
                <a:latin typeface="Franklin Gothic Book" panose="020B0503020102020204" pitchFamily="34" charset="0"/>
              </a:defRPr>
            </a:lvl3pPr>
            <a:lvl4pPr marL="1600200" indent="-228600">
              <a:defRPr sz="2700">
                <a:solidFill>
                  <a:schemeClr val="tx1"/>
                </a:solidFill>
                <a:latin typeface="Franklin Gothic Book" panose="020B0503020102020204" pitchFamily="34" charset="0"/>
              </a:defRPr>
            </a:lvl4pPr>
            <a:lvl5pPr marL="2057400" indent="-228600">
              <a:defRPr sz="2700">
                <a:solidFill>
                  <a:schemeClr val="tx1"/>
                </a:solidFill>
                <a:latin typeface="Franklin Gothic Book" panose="020B0503020102020204" pitchFamily="34" charset="0"/>
              </a:defRPr>
            </a:lvl5pPr>
            <a:lvl6pPr marL="2514600" indent="-228600" defTabSz="1370013" eaLnBrk="0" fontAlgn="base" hangingPunct="0">
              <a:spcBef>
                <a:spcPct val="0"/>
              </a:spcBef>
              <a:spcAft>
                <a:spcPct val="0"/>
              </a:spcAft>
              <a:defRPr sz="2700">
                <a:solidFill>
                  <a:schemeClr val="tx1"/>
                </a:solidFill>
                <a:latin typeface="Franklin Gothic Book" panose="020B0503020102020204" pitchFamily="34" charset="0"/>
              </a:defRPr>
            </a:lvl6pPr>
            <a:lvl7pPr marL="2971800" indent="-228600" defTabSz="1370013" eaLnBrk="0" fontAlgn="base" hangingPunct="0">
              <a:spcBef>
                <a:spcPct val="0"/>
              </a:spcBef>
              <a:spcAft>
                <a:spcPct val="0"/>
              </a:spcAft>
              <a:defRPr sz="2700">
                <a:solidFill>
                  <a:schemeClr val="tx1"/>
                </a:solidFill>
                <a:latin typeface="Franklin Gothic Book" panose="020B0503020102020204" pitchFamily="34" charset="0"/>
              </a:defRPr>
            </a:lvl7pPr>
            <a:lvl8pPr marL="3429000" indent="-228600" defTabSz="1370013" eaLnBrk="0" fontAlgn="base" hangingPunct="0">
              <a:spcBef>
                <a:spcPct val="0"/>
              </a:spcBef>
              <a:spcAft>
                <a:spcPct val="0"/>
              </a:spcAft>
              <a:defRPr sz="2700">
                <a:solidFill>
                  <a:schemeClr val="tx1"/>
                </a:solidFill>
                <a:latin typeface="Franklin Gothic Book" panose="020B0503020102020204" pitchFamily="34" charset="0"/>
              </a:defRPr>
            </a:lvl8pPr>
            <a:lvl9pPr marL="3886200" indent="-228600" defTabSz="1370013" eaLnBrk="0" fontAlgn="base" hangingPunct="0">
              <a:spcBef>
                <a:spcPct val="0"/>
              </a:spcBef>
              <a:spcAft>
                <a:spcPct val="0"/>
              </a:spcAft>
              <a:defRPr sz="2700">
                <a:solidFill>
                  <a:schemeClr val="tx1"/>
                </a:solidFill>
                <a:latin typeface="Franklin Gothic Book" panose="020B0503020102020204" pitchFamily="34" charset="0"/>
              </a:defRPr>
            </a:lvl9pPr>
          </a:lstStyle>
          <a:p>
            <a:pPr eaLnBrk="1" hangingPunct="1"/>
            <a:r>
              <a:rPr lang="es-ES_tradnl" altLang="es-ES" b="1">
                <a:solidFill>
                  <a:schemeClr val="accent2"/>
                </a:solidFill>
                <a:latin typeface="Franklin Gothic Medium" panose="020B0603020102090204" pitchFamily="34" charset="0"/>
              </a:rPr>
              <a:t>pág.</a:t>
            </a:r>
          </a:p>
          <a:p>
            <a:pPr eaLnBrk="1" hangingPunct="1"/>
            <a:fld id="{0F6805BB-1305-4C36-982C-367CCC8CB60D}" type="slidenum">
              <a:rPr lang="es-ES_tradnl" altLang="es-ES" b="1">
                <a:solidFill>
                  <a:schemeClr val="accent2"/>
                </a:solidFill>
                <a:latin typeface="Franklin Gothic Medium" panose="020B0603020102090204" pitchFamily="34" charset="0"/>
              </a:rPr>
              <a:pPr eaLnBrk="1" hangingPunct="1"/>
              <a:t>13</a:t>
            </a:fld>
            <a:endParaRPr lang="es-ES_tradnl" altLang="es-ES" b="1">
              <a:solidFill>
                <a:schemeClr val="accent2"/>
              </a:solidFill>
              <a:latin typeface="Franklin Gothic Medium" panose="020B0603020102090204" pitchFamily="34" charset="0"/>
            </a:endParaRPr>
          </a:p>
        </p:txBody>
      </p:sp>
      <p:graphicFrame>
        <p:nvGraphicFramePr>
          <p:cNvPr id="14344" name="Chart 14343"/>
          <p:cNvGraphicFramePr>
            <a:graphicFrameLocks noGrp="1"/>
          </p:cNvGraphicFramePr>
          <p:nvPr/>
        </p:nvGraphicFramePr>
        <p:xfrm>
          <a:off x="1188720" y="1920240"/>
          <a:ext cx="15910559" cy="5120640"/>
        </p:xfrm>
        <a:graphic>
          <a:graphicData uri="http://schemas.openxmlformats.org/drawingml/2006/chart">
            <c:chart xmlns:c="http://schemas.openxmlformats.org/drawingml/2006/chart" r:id="rId3"/>
          </a:graphicData>
        </a:graphic>
      </p:graphicFrame>
      <p:sp>
        <p:nvSpPr>
          <p:cNvPr id="14345" name="TextBox 14344"/>
          <p:cNvSpPr txBox="1"/>
          <p:nvPr/>
        </p:nvSpPr>
        <p:spPr>
          <a:xfrm>
            <a:off x="1371600" y="7178040"/>
            <a:ext cx="4937760" cy="548640"/>
          </a:xfrm>
          <a:prstGeom prst="rect">
            <a:avLst/>
          </a:prstGeom>
          <a:noFill/>
        </p:spPr>
        <p:txBody>
          <a:bodyPr wrap="square" anchor="t" lIns="45720" rIns="45720" tIns="27432" bIns="27432">
            <a:spAutoFit/>
          </a:bodyPr>
          <a:lstStyle/>
          <a:p>
            <a:pPr algn="l" marL="0" indent="0">
              <a:spcAft>
                <a:spcPts val="800"/>
              </a:spcAft>
              <a:buNone/>
            </a:pPr>
            <a:r>
              <a:rPr sz="2400" b="0">
                <a:solidFill>
                  <a:srgbClr val="219BC3"/>
                </a:solidFill>
                <a:latin typeface="Franklin Gothic Medium"/>
              </a:rPr>
              <a:t>XGBoost: 18 s</a:t>
            </a:r>
          </a:p>
        </p:txBody>
      </p:sp>
      <p:sp>
        <p:nvSpPr>
          <p:cNvPr id="14346" name="TextBox 14345"/>
          <p:cNvSpPr txBox="1"/>
          <p:nvPr/>
        </p:nvSpPr>
        <p:spPr>
          <a:xfrm>
            <a:off x="1371600" y="7772400"/>
            <a:ext cx="4937760" cy="1188720"/>
          </a:xfrm>
          <a:prstGeom prst="rect">
            <a:avLst/>
          </a:prstGeom>
          <a:noFill/>
        </p:spPr>
        <p:txBody>
          <a:bodyPr wrap="square" anchor="t" lIns="45720" rIns="45720" tIns="27432" bIns="27432">
            <a:spAutoFit/>
          </a:bodyPr>
          <a:lstStyle/>
          <a:p>
            <a:pPr algn="l" marL="0" indent="0">
              <a:spcAft>
                <a:spcPts val="800"/>
              </a:spcAft>
              <a:buNone/>
            </a:pPr>
            <a:r>
              <a:rPr sz="1600" b="0">
                <a:solidFill>
                  <a:srgbClr val="3C3C48"/>
                </a:solidFill>
                <a:latin typeface="Franklin Gothic Book"/>
              </a:rPr>
              <a:t>29× más rápido que RF sin tratamiento y 43× más que RF + SMOTE</a:t>
            </a:r>
          </a:p>
        </p:txBody>
      </p:sp>
      <p:sp>
        <p:nvSpPr>
          <p:cNvPr id="14347" name="TextBox 14346"/>
          <p:cNvSpPr txBox="1"/>
          <p:nvPr/>
        </p:nvSpPr>
        <p:spPr>
          <a:xfrm>
            <a:off x="6949440" y="7178040"/>
            <a:ext cx="4937760" cy="548640"/>
          </a:xfrm>
          <a:prstGeom prst="rect">
            <a:avLst/>
          </a:prstGeom>
          <a:noFill/>
        </p:spPr>
        <p:txBody>
          <a:bodyPr wrap="square" anchor="t" lIns="45720" rIns="45720" tIns="27432" bIns="27432">
            <a:spAutoFit/>
          </a:bodyPr>
          <a:lstStyle/>
          <a:p>
            <a:pPr algn="l" marL="0" indent="0">
              <a:spcAft>
                <a:spcPts val="800"/>
              </a:spcAft>
              <a:buNone/>
            </a:pPr>
            <a:r>
              <a:rPr sz="2400" b="0">
                <a:solidFill>
                  <a:srgbClr val="219BC3"/>
                </a:solidFill>
                <a:latin typeface="Franklin Gothic Medium"/>
              </a:rPr>
              <a:t>RF: 527–1.558 s</a:t>
            </a:r>
          </a:p>
        </p:txBody>
      </p:sp>
      <p:sp>
        <p:nvSpPr>
          <p:cNvPr id="14348" name="TextBox 14347"/>
          <p:cNvSpPr txBox="1"/>
          <p:nvPr/>
        </p:nvSpPr>
        <p:spPr>
          <a:xfrm>
            <a:off x="6949440" y="7772400"/>
            <a:ext cx="4937760" cy="1188720"/>
          </a:xfrm>
          <a:prstGeom prst="rect">
            <a:avLst/>
          </a:prstGeom>
          <a:noFill/>
        </p:spPr>
        <p:txBody>
          <a:bodyPr wrap="square" anchor="t" lIns="45720" rIns="45720" tIns="27432" bIns="27432">
            <a:spAutoFit/>
          </a:bodyPr>
          <a:lstStyle/>
          <a:p>
            <a:pPr algn="l" marL="0" indent="0">
              <a:spcAft>
                <a:spcPts val="800"/>
              </a:spcAft>
              <a:buNone/>
            </a:pPr>
            <a:r>
              <a:rPr sz="1600" b="0">
                <a:solidFill>
                  <a:srgbClr val="3C3C48"/>
                </a:solidFill>
                <a:latin typeface="Franklin Gothic Book"/>
              </a:rPr>
              <a:t>El resampling triplica su tiempo al agrandar el conjunto de entrenamiento</a:t>
            </a:r>
          </a:p>
        </p:txBody>
      </p:sp>
      <p:sp>
        <p:nvSpPr>
          <p:cNvPr id="14349" name="TextBox 14348"/>
          <p:cNvSpPr txBox="1"/>
          <p:nvPr/>
        </p:nvSpPr>
        <p:spPr>
          <a:xfrm>
            <a:off x="12527280" y="7178040"/>
            <a:ext cx="4937760" cy="548640"/>
          </a:xfrm>
          <a:prstGeom prst="rect">
            <a:avLst/>
          </a:prstGeom>
          <a:noFill/>
        </p:spPr>
        <p:txBody>
          <a:bodyPr wrap="square" anchor="t" lIns="45720" rIns="45720" tIns="27432" bIns="27432">
            <a:spAutoFit/>
          </a:bodyPr>
          <a:lstStyle/>
          <a:p>
            <a:pPr algn="l" marL="0" indent="0">
              <a:spcAft>
                <a:spcPts val="800"/>
              </a:spcAft>
              <a:buNone/>
            </a:pPr>
            <a:r>
              <a:rPr sz="2400" b="0">
                <a:solidFill>
                  <a:srgbClr val="219BC3"/>
                </a:solidFill>
                <a:latin typeface="Franklin Gothic Medium"/>
              </a:rPr>
              <a:t>Inferencia &lt; 0,002 ms</a:t>
            </a:r>
          </a:p>
        </p:txBody>
      </p:sp>
      <p:sp>
        <p:nvSpPr>
          <p:cNvPr id="14350" name="TextBox 14349"/>
          <p:cNvSpPr txBox="1"/>
          <p:nvPr/>
        </p:nvSpPr>
        <p:spPr>
          <a:xfrm>
            <a:off x="12527280" y="7772400"/>
            <a:ext cx="4937760" cy="1188720"/>
          </a:xfrm>
          <a:prstGeom prst="rect">
            <a:avLst/>
          </a:prstGeom>
          <a:noFill/>
        </p:spPr>
        <p:txBody>
          <a:bodyPr wrap="square" anchor="t" lIns="45720" rIns="45720" tIns="27432" bIns="27432">
            <a:spAutoFit/>
          </a:bodyPr>
          <a:lstStyle/>
          <a:p>
            <a:pPr algn="l" marL="0" indent="0">
              <a:spcAft>
                <a:spcPts val="800"/>
              </a:spcAft>
              <a:buNone/>
            </a:pPr>
            <a:r>
              <a:rPr sz="1600" b="0">
                <a:solidFill>
                  <a:srgbClr val="3C3C48"/>
                </a:solidFill>
                <a:latin typeface="Franklin Gothic Book"/>
              </a:rPr>
              <a:t>Por transacción en todos los modelos: viables en tiempo real</a:t>
            </a:r>
          </a:p>
        </p:txBody>
      </p:sp>
    </p:spTree>
  </p:cSld>
  <p:clrMapOvr>
    <a:masterClrMapping/>
  </p:clrMapOvr>
  <p:transition spd="med">
    <p:fade/>
  </p:transition>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F4F874-3A7A-36AF-D850-E8FF6CFC5D11}"/>
              </a:ext>
            </a:extLst>
          </p:cNvPr>
          <p:cNvSpPr>
            <a:spLocks noGrp="1"/>
          </p:cNvSpPr>
          <p:nvPr>
            <p:ph type="title"/>
          </p:nvPr>
        </p:nvSpPr>
        <p:spPr>
          <a:xfrm>
            <a:off x="876300" y="571500"/>
            <a:ext cx="16002000" cy="1322388"/>
          </a:xfrm>
        </p:spPr>
        <p:txBody>
          <a:bodyPr/>
          <a:lstStyle/>
          <a:p>
            <a:pPr defTabSz="1371408" eaLnBrk="1" fontAlgn="auto" hangingPunct="1">
              <a:spcAft>
                <a:spcPts val="0"/>
              </a:spcAft>
              <a:defRPr/>
            </a:pPr>
            <a:r>
              <a:rPr lang="es-ES_tradnl" dirty="0">
                <a:solidFill>
                  <a:schemeClr val="accent1"/>
                </a:solidFill>
              </a:rPr>
              <a:t>03 Resultados</a:t>
            </a:r>
            <a:br>
              <a:rPr lang="es-ES_tradnl" dirty="0"/>
            </a:br>
            <a:r>
              <a:rPr lang="es-ES_tradnl" dirty="0">
                <a:solidFill>
                  <a:srgbClr val="00566C"/>
                </a:solidFill>
              </a:rPr>
              <a:t>Interpretabilidad SHAP: importancia global</a:t>
            </a:r>
          </a:p>
        </p:txBody>
      </p:sp>
      <p:sp>
        <p:nvSpPr>
          <p:cNvPr id="12293" name="Slide Number Placeholder 2">
            <a:extLst>
              <a:ext uri="{FF2B5EF4-FFF2-40B4-BE49-F238E27FC236}">
                <a16:creationId xmlns:a16="http://schemas.microsoft.com/office/drawing/2014/main" id="{07D3DA6B-98AD-FE61-3DA2-672D343678E7}"/>
              </a:ext>
            </a:extLst>
          </p:cNvPr>
          <p:cNvSpPr txBox="1">
            <a:spLocks noChangeArrowheads="1"/>
          </p:cNvSpPr>
          <p:nvPr/>
        </p:nvSpPr>
        <p:spPr bwMode="auto">
          <a:xfrm>
            <a:off x="16916400" y="9072563"/>
            <a:ext cx="1733550" cy="923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1428" tIns="45713" rIns="91428" bIns="45713">
            <a:spAutoFit/>
          </a:bodyPr>
          <a:lstStyle>
            <a:lvl1pPr>
              <a:defRPr sz="2700">
                <a:solidFill>
                  <a:schemeClr val="tx1"/>
                </a:solidFill>
                <a:latin typeface="Franklin Gothic Book" panose="020B0503020102020204" pitchFamily="34" charset="0"/>
              </a:defRPr>
            </a:lvl1pPr>
            <a:lvl2pPr marL="742950" indent="-285750">
              <a:defRPr sz="2700">
                <a:solidFill>
                  <a:schemeClr val="tx1"/>
                </a:solidFill>
                <a:latin typeface="Franklin Gothic Book" panose="020B0503020102020204" pitchFamily="34" charset="0"/>
              </a:defRPr>
            </a:lvl2pPr>
            <a:lvl3pPr marL="1143000" indent="-228600">
              <a:defRPr sz="2700">
                <a:solidFill>
                  <a:schemeClr val="tx1"/>
                </a:solidFill>
                <a:latin typeface="Franklin Gothic Book" panose="020B0503020102020204" pitchFamily="34" charset="0"/>
              </a:defRPr>
            </a:lvl3pPr>
            <a:lvl4pPr marL="1600200" indent="-228600">
              <a:defRPr sz="2700">
                <a:solidFill>
                  <a:schemeClr val="tx1"/>
                </a:solidFill>
                <a:latin typeface="Franklin Gothic Book" panose="020B0503020102020204" pitchFamily="34" charset="0"/>
              </a:defRPr>
            </a:lvl4pPr>
            <a:lvl5pPr marL="2057400" indent="-228600">
              <a:defRPr sz="2700">
                <a:solidFill>
                  <a:schemeClr val="tx1"/>
                </a:solidFill>
                <a:latin typeface="Franklin Gothic Book" panose="020B0503020102020204" pitchFamily="34" charset="0"/>
              </a:defRPr>
            </a:lvl5pPr>
            <a:lvl6pPr marL="2514600" indent="-228600" defTabSz="1370013" eaLnBrk="0" fontAlgn="base" hangingPunct="0">
              <a:spcBef>
                <a:spcPct val="0"/>
              </a:spcBef>
              <a:spcAft>
                <a:spcPct val="0"/>
              </a:spcAft>
              <a:defRPr sz="2700">
                <a:solidFill>
                  <a:schemeClr val="tx1"/>
                </a:solidFill>
                <a:latin typeface="Franklin Gothic Book" panose="020B0503020102020204" pitchFamily="34" charset="0"/>
              </a:defRPr>
            </a:lvl6pPr>
            <a:lvl7pPr marL="2971800" indent="-228600" defTabSz="1370013" eaLnBrk="0" fontAlgn="base" hangingPunct="0">
              <a:spcBef>
                <a:spcPct val="0"/>
              </a:spcBef>
              <a:spcAft>
                <a:spcPct val="0"/>
              </a:spcAft>
              <a:defRPr sz="2700">
                <a:solidFill>
                  <a:schemeClr val="tx1"/>
                </a:solidFill>
                <a:latin typeface="Franklin Gothic Book" panose="020B0503020102020204" pitchFamily="34" charset="0"/>
              </a:defRPr>
            </a:lvl7pPr>
            <a:lvl8pPr marL="3429000" indent="-228600" defTabSz="1370013" eaLnBrk="0" fontAlgn="base" hangingPunct="0">
              <a:spcBef>
                <a:spcPct val="0"/>
              </a:spcBef>
              <a:spcAft>
                <a:spcPct val="0"/>
              </a:spcAft>
              <a:defRPr sz="2700">
                <a:solidFill>
                  <a:schemeClr val="tx1"/>
                </a:solidFill>
                <a:latin typeface="Franklin Gothic Book" panose="020B0503020102020204" pitchFamily="34" charset="0"/>
              </a:defRPr>
            </a:lvl8pPr>
            <a:lvl9pPr marL="3886200" indent="-228600" defTabSz="1370013" eaLnBrk="0" fontAlgn="base" hangingPunct="0">
              <a:spcBef>
                <a:spcPct val="0"/>
              </a:spcBef>
              <a:spcAft>
                <a:spcPct val="0"/>
              </a:spcAft>
              <a:defRPr sz="2700">
                <a:solidFill>
                  <a:schemeClr val="tx1"/>
                </a:solidFill>
                <a:latin typeface="Franklin Gothic Book" panose="020B0503020102020204" pitchFamily="34" charset="0"/>
              </a:defRPr>
            </a:lvl9pPr>
          </a:lstStyle>
          <a:p>
            <a:pPr eaLnBrk="1" hangingPunct="1"/>
            <a:r>
              <a:rPr lang="es-ES" altLang="es-ES" b="1">
                <a:solidFill>
                  <a:schemeClr val="accent2"/>
                </a:solidFill>
                <a:latin typeface="Franklin Gothic Medium" panose="020B0603020102090204" pitchFamily="34" charset="0"/>
              </a:rPr>
              <a:t>pág.</a:t>
            </a:r>
          </a:p>
          <a:p>
            <a:pPr eaLnBrk="1" hangingPunct="1"/>
            <a:fld id="{EB48EA59-A2D3-4BAB-8B35-26AD123258B3}" type="slidenum">
              <a:rPr lang="es-ES" altLang="es-ES" b="1">
                <a:solidFill>
                  <a:schemeClr val="accent2"/>
                </a:solidFill>
                <a:latin typeface="Franklin Gothic Medium" panose="020B0603020102090204" pitchFamily="34" charset="0"/>
              </a:rPr>
              <a:pPr eaLnBrk="1" hangingPunct="1"/>
              <a:t>14</a:t>
            </a:fld>
            <a:endParaRPr lang="es-ES" altLang="es-ES" b="1">
              <a:solidFill>
                <a:schemeClr val="accent2"/>
              </a:solidFill>
              <a:latin typeface="Franklin Gothic Medium" panose="020B0603020102090204" pitchFamily="34" charset="0"/>
            </a:endParaRPr>
          </a:p>
        </p:txBody>
      </p:sp>
      <p:pic>
        <p:nvPicPr>
          <p:cNvPr id="12294" name="Picture 12293" descr="fig12.png"/>
          <p:cNvPicPr>
            <a:picLocks noChangeAspect="1"/>
          </p:cNvPicPr>
          <p:nvPr/>
        </p:nvPicPr>
        <p:blipFill>
          <a:blip r:embed="rId2"/>
          <a:stretch>
            <a:fillRect/>
          </a:stretch>
        </p:blipFill>
        <p:spPr>
          <a:xfrm>
            <a:off x="914400" y="2651760"/>
            <a:ext cx="11338560" cy="4125811"/>
          </a:xfrm>
          <a:prstGeom prst="rect">
            <a:avLst/>
          </a:prstGeom>
        </p:spPr>
      </p:pic>
      <p:sp>
        <p:nvSpPr>
          <p:cNvPr id="12295" name="TextBox 12294"/>
          <p:cNvSpPr txBox="1"/>
          <p:nvPr/>
        </p:nvSpPr>
        <p:spPr>
          <a:xfrm>
            <a:off x="12710160" y="2651760"/>
            <a:ext cx="4846320" cy="6217920"/>
          </a:xfrm>
          <a:prstGeom prst="rect">
            <a:avLst/>
          </a:prstGeom>
          <a:noFill/>
        </p:spPr>
        <p:txBody>
          <a:bodyPr wrap="square" anchor="t" lIns="45720" rIns="45720" tIns="27432" bIns="27432">
            <a:spAutoFit/>
          </a:bodyPr>
          <a:lstStyle/>
          <a:p>
            <a:pPr algn="l" marL="274320" indent="-274320">
              <a:spcAft>
                <a:spcPts val="1600"/>
              </a:spcAft>
              <a:buClr>
                <a:srgbClr val="219BC3"/>
              </a:buClr>
              <a:buFont typeface="Arial"/>
              <a:buChar char="•"/>
            </a:pPr>
            <a:r>
              <a:rPr sz="2000" b="1">
                <a:solidFill>
                  <a:srgbClr val="00566C"/>
                </a:solidFill>
                <a:latin typeface="Franklin Gothic Book"/>
              </a:rPr>
              <a:t>V14, V4, V12 y V10 </a:t>
            </a:r>
            <a:r>
              <a:rPr sz="2000" b="0">
                <a:solidFill>
                  <a:srgbClr val="3C3C48"/>
                </a:solidFill>
                <a:latin typeface="Franklin Gothic Book"/>
              </a:rPr>
              <a:t>están en el top 5 de ambos modelos.</a:t>
            </a:r>
          </a:p>
          <a:p>
            <a:pPr algn="l" marL="274320" indent="-274320">
              <a:spcAft>
                <a:spcPts val="1600"/>
              </a:spcAft>
              <a:buClr>
                <a:srgbClr val="219BC3"/>
              </a:buClr>
              <a:buFont typeface="Arial"/>
              <a:buChar char="•"/>
            </a:pPr>
            <a:r>
              <a:rPr sz="2000" b="1">
                <a:solidFill>
                  <a:srgbClr val="00566C"/>
                </a:solidFill>
                <a:latin typeface="Franklin Gothic Book"/>
              </a:rPr>
              <a:t>XGBoost concentra la señal: </a:t>
            </a:r>
            <a:r>
              <a:rPr sz="2000" b="0">
                <a:solidFill>
                  <a:srgbClr val="3C3C48"/>
                </a:solidFill>
                <a:latin typeface="Franklin Gothic Book"/>
              </a:rPr>
              <a:t>V14 (3,20) duplica a V4 (1,86).</a:t>
            </a:r>
          </a:p>
          <a:p>
            <a:pPr algn="l" marL="274320" indent="-274320">
              <a:spcAft>
                <a:spcPts val="1600"/>
              </a:spcAft>
              <a:buClr>
                <a:srgbClr val="219BC3"/>
              </a:buClr>
              <a:buFont typeface="Arial"/>
              <a:buChar char="•"/>
            </a:pPr>
            <a:r>
              <a:rPr sz="2000" b="1">
                <a:solidFill>
                  <a:srgbClr val="00566C"/>
                </a:solidFill>
                <a:latin typeface="Franklin Gothic Book"/>
              </a:rPr>
              <a:t>Random Forest reparte </a:t>
            </a:r>
            <a:r>
              <a:rPr sz="2000" b="0">
                <a:solidFill>
                  <a:srgbClr val="3C3C48"/>
                </a:solidFill>
                <a:latin typeface="Franklin Gothic Book"/>
              </a:rPr>
              <a:t>la importancia de forma más homogénea (bagging).</a:t>
            </a:r>
          </a:p>
          <a:p>
            <a:pPr algn="l" marL="274320" indent="-274320">
              <a:spcAft>
                <a:spcPts val="1600"/>
              </a:spcAft>
              <a:buClr>
                <a:srgbClr val="219BC3"/>
              </a:buClr>
              <a:buFont typeface="Arial"/>
              <a:buChar char="•"/>
            </a:pPr>
            <a:r>
              <a:rPr sz="2000" b="1">
                <a:solidFill>
                  <a:srgbClr val="00566C"/>
                </a:solidFill>
                <a:latin typeface="Franklin Gothic Book"/>
              </a:rPr>
              <a:t>Coherente </a:t>
            </a:r>
            <a:r>
              <a:rPr sz="2000" b="0">
                <a:solidFill>
                  <a:srgbClr val="3C3C48"/>
                </a:solidFill>
                <a:latin typeface="Franklin Gothic Book"/>
              </a:rPr>
              <a:t>con el EDA y con Ikermane et al. (2025).</a:t>
            </a:r>
          </a:p>
        </p:txBody>
      </p:sp>
      <p:sp>
        <p:nvSpPr>
          <p:cNvPr id="12296" name="TextBox 12295"/>
          <p:cNvSpPr txBox="1"/>
          <p:nvPr/>
        </p:nvSpPr>
        <p:spPr>
          <a:xfrm>
            <a:off x="914400" y="7223760"/>
            <a:ext cx="11338560" cy="457200"/>
          </a:xfrm>
          <a:prstGeom prst="rect">
            <a:avLst/>
          </a:prstGeom>
          <a:noFill/>
        </p:spPr>
        <p:txBody>
          <a:bodyPr wrap="square" anchor="t" lIns="45720" rIns="45720" tIns="27432" bIns="27432">
            <a:spAutoFit/>
          </a:bodyPr>
          <a:lstStyle/>
          <a:p>
            <a:pPr algn="l" marL="0" indent="0">
              <a:spcAft>
                <a:spcPts val="800"/>
              </a:spcAft>
              <a:buNone/>
            </a:pPr>
            <a:r>
              <a:rPr sz="1200" b="0">
                <a:solidFill>
                  <a:srgbClr val="858591"/>
                </a:solidFill>
                <a:latin typeface="Franklin Gothic Book"/>
              </a:rPr>
              <a:t>Importancia SHAP media |valor| sobre 2.000 transacciones de test. Escalas distintas: log-odds (XGB) y probabilidad (RF).</a:t>
            </a:r>
          </a:p>
        </p:txBody>
      </p:sp>
    </p:spTree>
  </p:cSld>
  <p:clrMapOvr>
    <a:masterClrMapping/>
  </p:clrMapOvr>
  <p:transition spd="med">
    <p:fade/>
  </p:transition>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F4F874-3A7A-36AF-D850-E8FF6CFC5D11}"/>
              </a:ext>
            </a:extLst>
          </p:cNvPr>
          <p:cNvSpPr>
            <a:spLocks noGrp="1"/>
          </p:cNvSpPr>
          <p:nvPr>
            <p:ph type="title"/>
          </p:nvPr>
        </p:nvSpPr>
        <p:spPr>
          <a:xfrm>
            <a:off x="876300" y="571500"/>
            <a:ext cx="16002000" cy="1322388"/>
          </a:xfrm>
        </p:spPr>
        <p:txBody>
          <a:bodyPr/>
          <a:lstStyle/>
          <a:p>
            <a:pPr defTabSz="1371408" eaLnBrk="1" fontAlgn="auto" hangingPunct="1">
              <a:spcAft>
                <a:spcPts val="0"/>
              </a:spcAft>
              <a:defRPr/>
            </a:pPr>
            <a:r>
              <a:rPr lang="es-ES_tradnl" dirty="0">
                <a:solidFill>
                  <a:schemeClr val="accent1"/>
                </a:solidFill>
              </a:rPr>
              <a:t>03 Resultados</a:t>
            </a:r>
            <a:br>
              <a:rPr lang="es-ES_tradnl" dirty="0"/>
            </a:br>
            <a:r>
              <a:rPr lang="es-ES_tradnl" dirty="0">
                <a:solidFill>
                  <a:srgbClr val="00566C"/>
                </a:solidFill>
              </a:rPr>
              <a:t>SHAP local: por qué se marcó esta transacción</a:t>
            </a:r>
          </a:p>
        </p:txBody>
      </p:sp>
      <p:sp>
        <p:nvSpPr>
          <p:cNvPr id="12293" name="Slide Number Placeholder 2">
            <a:extLst>
              <a:ext uri="{FF2B5EF4-FFF2-40B4-BE49-F238E27FC236}">
                <a16:creationId xmlns:a16="http://schemas.microsoft.com/office/drawing/2014/main" id="{07D3DA6B-98AD-FE61-3DA2-672D343678E7}"/>
              </a:ext>
            </a:extLst>
          </p:cNvPr>
          <p:cNvSpPr txBox="1">
            <a:spLocks noChangeArrowheads="1"/>
          </p:cNvSpPr>
          <p:nvPr/>
        </p:nvSpPr>
        <p:spPr bwMode="auto">
          <a:xfrm>
            <a:off x="16916400" y="9072563"/>
            <a:ext cx="1733550" cy="923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1428" tIns="45713" rIns="91428" bIns="45713">
            <a:spAutoFit/>
          </a:bodyPr>
          <a:lstStyle>
            <a:lvl1pPr>
              <a:defRPr sz="2700">
                <a:solidFill>
                  <a:schemeClr val="tx1"/>
                </a:solidFill>
                <a:latin typeface="Franklin Gothic Book" panose="020B0503020102020204" pitchFamily="34" charset="0"/>
              </a:defRPr>
            </a:lvl1pPr>
            <a:lvl2pPr marL="742950" indent="-285750">
              <a:defRPr sz="2700">
                <a:solidFill>
                  <a:schemeClr val="tx1"/>
                </a:solidFill>
                <a:latin typeface="Franklin Gothic Book" panose="020B0503020102020204" pitchFamily="34" charset="0"/>
              </a:defRPr>
            </a:lvl2pPr>
            <a:lvl3pPr marL="1143000" indent="-228600">
              <a:defRPr sz="2700">
                <a:solidFill>
                  <a:schemeClr val="tx1"/>
                </a:solidFill>
                <a:latin typeface="Franklin Gothic Book" panose="020B0503020102020204" pitchFamily="34" charset="0"/>
              </a:defRPr>
            </a:lvl3pPr>
            <a:lvl4pPr marL="1600200" indent="-228600">
              <a:defRPr sz="2700">
                <a:solidFill>
                  <a:schemeClr val="tx1"/>
                </a:solidFill>
                <a:latin typeface="Franklin Gothic Book" panose="020B0503020102020204" pitchFamily="34" charset="0"/>
              </a:defRPr>
            </a:lvl4pPr>
            <a:lvl5pPr marL="2057400" indent="-228600">
              <a:defRPr sz="2700">
                <a:solidFill>
                  <a:schemeClr val="tx1"/>
                </a:solidFill>
                <a:latin typeface="Franklin Gothic Book" panose="020B0503020102020204" pitchFamily="34" charset="0"/>
              </a:defRPr>
            </a:lvl5pPr>
            <a:lvl6pPr marL="2514600" indent="-228600" defTabSz="1370013" eaLnBrk="0" fontAlgn="base" hangingPunct="0">
              <a:spcBef>
                <a:spcPct val="0"/>
              </a:spcBef>
              <a:spcAft>
                <a:spcPct val="0"/>
              </a:spcAft>
              <a:defRPr sz="2700">
                <a:solidFill>
                  <a:schemeClr val="tx1"/>
                </a:solidFill>
                <a:latin typeface="Franklin Gothic Book" panose="020B0503020102020204" pitchFamily="34" charset="0"/>
              </a:defRPr>
            </a:lvl6pPr>
            <a:lvl7pPr marL="2971800" indent="-228600" defTabSz="1370013" eaLnBrk="0" fontAlgn="base" hangingPunct="0">
              <a:spcBef>
                <a:spcPct val="0"/>
              </a:spcBef>
              <a:spcAft>
                <a:spcPct val="0"/>
              </a:spcAft>
              <a:defRPr sz="2700">
                <a:solidFill>
                  <a:schemeClr val="tx1"/>
                </a:solidFill>
                <a:latin typeface="Franklin Gothic Book" panose="020B0503020102020204" pitchFamily="34" charset="0"/>
              </a:defRPr>
            </a:lvl7pPr>
            <a:lvl8pPr marL="3429000" indent="-228600" defTabSz="1370013" eaLnBrk="0" fontAlgn="base" hangingPunct="0">
              <a:spcBef>
                <a:spcPct val="0"/>
              </a:spcBef>
              <a:spcAft>
                <a:spcPct val="0"/>
              </a:spcAft>
              <a:defRPr sz="2700">
                <a:solidFill>
                  <a:schemeClr val="tx1"/>
                </a:solidFill>
                <a:latin typeface="Franklin Gothic Book" panose="020B0503020102020204" pitchFamily="34" charset="0"/>
              </a:defRPr>
            </a:lvl8pPr>
            <a:lvl9pPr marL="3886200" indent="-228600" defTabSz="1370013" eaLnBrk="0" fontAlgn="base" hangingPunct="0">
              <a:spcBef>
                <a:spcPct val="0"/>
              </a:spcBef>
              <a:spcAft>
                <a:spcPct val="0"/>
              </a:spcAft>
              <a:defRPr sz="2700">
                <a:solidFill>
                  <a:schemeClr val="tx1"/>
                </a:solidFill>
                <a:latin typeface="Franklin Gothic Book" panose="020B0503020102020204" pitchFamily="34" charset="0"/>
              </a:defRPr>
            </a:lvl9pPr>
          </a:lstStyle>
          <a:p>
            <a:pPr eaLnBrk="1" hangingPunct="1"/>
            <a:r>
              <a:rPr lang="es-ES" altLang="es-ES" b="1">
                <a:solidFill>
                  <a:schemeClr val="accent2"/>
                </a:solidFill>
                <a:latin typeface="Franklin Gothic Medium" panose="020B0603020102090204" pitchFamily="34" charset="0"/>
              </a:rPr>
              <a:t>pág.</a:t>
            </a:r>
          </a:p>
          <a:p>
            <a:pPr eaLnBrk="1" hangingPunct="1"/>
            <a:fld id="{EB48EA59-A2D3-4BAB-8B35-26AD123258B3}" type="slidenum">
              <a:rPr lang="es-ES" altLang="es-ES" b="1">
                <a:solidFill>
                  <a:schemeClr val="accent2"/>
                </a:solidFill>
                <a:latin typeface="Franklin Gothic Medium" panose="020B0603020102090204" pitchFamily="34" charset="0"/>
              </a:rPr>
              <a:pPr eaLnBrk="1" hangingPunct="1"/>
              <a:t>15</a:t>
            </a:fld>
            <a:endParaRPr lang="es-ES" altLang="es-ES" b="1">
              <a:solidFill>
                <a:schemeClr val="accent2"/>
              </a:solidFill>
              <a:latin typeface="Franklin Gothic Medium" panose="020B0603020102090204" pitchFamily="34" charset="0"/>
            </a:endParaRPr>
          </a:p>
        </p:txBody>
      </p:sp>
      <p:pic>
        <p:nvPicPr>
          <p:cNvPr id="12294" name="Picture 12293" descr="fig13.png"/>
          <p:cNvPicPr>
            <a:picLocks noChangeAspect="1"/>
          </p:cNvPicPr>
          <p:nvPr/>
        </p:nvPicPr>
        <p:blipFill>
          <a:blip r:embed="rId2"/>
          <a:stretch>
            <a:fillRect/>
          </a:stretch>
        </p:blipFill>
        <p:spPr>
          <a:xfrm>
            <a:off x="1097280" y="2011680"/>
            <a:ext cx="7881431" cy="6766560"/>
          </a:xfrm>
          <a:prstGeom prst="rect">
            <a:avLst/>
          </a:prstGeom>
        </p:spPr>
      </p:pic>
      <p:sp>
        <p:nvSpPr>
          <p:cNvPr id="12295" name="TextBox 12294"/>
          <p:cNvSpPr txBox="1"/>
          <p:nvPr/>
        </p:nvSpPr>
        <p:spPr>
          <a:xfrm>
            <a:off x="9418320" y="2286000"/>
            <a:ext cx="7955279" cy="6400800"/>
          </a:xfrm>
          <a:prstGeom prst="rect">
            <a:avLst/>
          </a:prstGeom>
          <a:noFill/>
        </p:spPr>
        <p:txBody>
          <a:bodyPr wrap="square" anchor="t" lIns="45720" rIns="45720" tIns="27432" bIns="27432">
            <a:spAutoFit/>
          </a:bodyPr>
          <a:lstStyle/>
          <a:p>
            <a:pPr algn="l" marL="274320" indent="-274320">
              <a:spcAft>
                <a:spcPts val="1400"/>
              </a:spcAft>
              <a:buClr>
                <a:srgbClr val="219BC3"/>
              </a:buClr>
              <a:buFont typeface="Arial"/>
              <a:buChar char="•"/>
            </a:pPr>
            <a:r>
              <a:rPr sz="2000" b="1">
                <a:solidFill>
                  <a:srgbClr val="00566C"/>
                </a:solidFill>
                <a:latin typeface="Franklin Gothic Book"/>
              </a:rPr>
              <a:t>Fraude real detectado </a:t>
            </a:r>
            <a:r>
              <a:rPr sz="2000" b="0">
                <a:solidFill>
                  <a:srgbClr val="3C3C48"/>
                </a:solidFill>
                <a:latin typeface="Franklin Gothic Book"/>
              </a:rPr>
              <a:t>por XGBoost con P(fraude) = 1,00.</a:t>
            </a:r>
          </a:p>
          <a:p>
            <a:pPr algn="l" marL="274320" indent="-274320">
              <a:spcAft>
                <a:spcPts val="1400"/>
              </a:spcAft>
              <a:buClr>
                <a:srgbClr val="219BC3"/>
              </a:buClr>
              <a:buFont typeface="Arial"/>
              <a:buChar char="•"/>
            </a:pPr>
            <a:r>
              <a:rPr sz="2000" b="1">
                <a:solidFill>
                  <a:srgbClr val="00566C"/>
                </a:solidFill>
                <a:latin typeface="Franklin Gothic Book"/>
              </a:rPr>
              <a:t>Parte del valor base </a:t>
            </a:r>
            <a:r>
              <a:rPr sz="2000" b="0">
                <a:solidFill>
                  <a:srgbClr val="3C3C48"/>
                </a:solidFill>
                <a:latin typeface="Franklin Gothic Book"/>
              </a:rPr>
              <a:t>E[f(X)] = −0,287 y suma contribuciones hasta f(x) = 14,22.</a:t>
            </a:r>
          </a:p>
          <a:p>
            <a:pPr algn="l" marL="274320" indent="-274320">
              <a:spcAft>
                <a:spcPts val="1400"/>
              </a:spcAft>
              <a:buClr>
                <a:srgbClr val="219BC3"/>
              </a:buClr>
              <a:buFont typeface="Arial"/>
              <a:buChar char="•"/>
            </a:pPr>
            <a:r>
              <a:rPr sz="2000" b="1">
                <a:solidFill>
                  <a:srgbClr val="00566C"/>
                </a:solidFill>
                <a:latin typeface="Franklin Gothic Book"/>
              </a:rPr>
              <a:t>Empujan a fraude: </a:t>
            </a:r>
            <a:r>
              <a:rPr sz="2000" b="0">
                <a:solidFill>
                  <a:srgbClr val="3C3C48"/>
                </a:solidFill>
                <a:latin typeface="Franklin Gothic Book"/>
              </a:rPr>
              <a:t>V14 (+6,44), V10 (+2,05), V4 (+1,67), V7 y V12.</a:t>
            </a:r>
          </a:p>
          <a:p>
            <a:pPr algn="l" marL="274320" indent="-274320">
              <a:spcAft>
                <a:spcPts val="1400"/>
              </a:spcAft>
              <a:buClr>
                <a:srgbClr val="219BC3"/>
              </a:buClr>
              <a:buFont typeface="Arial"/>
              <a:buChar char="•"/>
            </a:pPr>
            <a:r>
              <a:rPr sz="2000" b="1">
                <a:solidFill>
                  <a:srgbClr val="00566C"/>
                </a:solidFill>
                <a:latin typeface="Franklin Gothic Book"/>
              </a:rPr>
              <a:t>Atenúan: </a:t>
            </a:r>
            <a:r>
              <a:rPr sz="2000" b="0">
                <a:solidFill>
                  <a:srgbClr val="3C3C48"/>
                </a:solidFill>
                <a:latin typeface="Franklin Gothic Book"/>
              </a:rPr>
              <a:t>V28 (−1,07) y V5 (−0,68).</a:t>
            </a:r>
          </a:p>
          <a:p>
            <a:pPr algn="l" marL="274320" indent="-274320">
              <a:spcAft>
                <a:spcPts val="1400"/>
              </a:spcAft>
              <a:buClr>
                <a:srgbClr val="219BC3"/>
              </a:buClr>
              <a:buFont typeface="Arial"/>
              <a:buChar char="•"/>
            </a:pPr>
            <a:r>
              <a:rPr sz="2000" b="1">
                <a:solidFill>
                  <a:srgbClr val="219BC3"/>
                </a:solidFill>
                <a:latin typeface="Franklin Gothic Book"/>
              </a:rPr>
              <a:t>En un banco: </a:t>
            </a:r>
            <a:r>
              <a:rPr sz="2000" b="0">
                <a:solidFill>
                  <a:srgbClr val="3C3C48"/>
                </a:solidFill>
                <a:latin typeface="Franklin Gothic Book"/>
              </a:rPr>
              <a:t>el analista ve por qué se bloqueó la operación: trazabilidad para auditoría y la LOPDP (2021).</a:t>
            </a:r>
          </a:p>
        </p:txBody>
      </p:sp>
    </p:spTree>
  </p:cSld>
  <p:clrMapOvr>
    <a:masterClrMapping/>
  </p:clrMapOvr>
  <p:transition spd="med">
    <p:fade/>
  </p:transition>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395A2E-21EA-4CF3-DA10-2B6986D21741}"/>
              </a:ext>
            </a:extLst>
          </p:cNvPr>
          <p:cNvSpPr>
            <a:spLocks noGrp="1"/>
          </p:cNvSpPr>
          <p:nvPr>
            <p:ph type="title"/>
          </p:nvPr>
        </p:nvSpPr>
        <p:spPr>
          <a:xfrm>
            <a:off x="876300" y="571500"/>
            <a:ext cx="16002000" cy="1322388"/>
          </a:xfrm>
        </p:spPr>
        <p:txBody>
          <a:bodyPr/>
          <a:lstStyle/>
          <a:p>
            <a:pPr defTabSz="1371408" eaLnBrk="1" fontAlgn="auto" hangingPunct="1">
              <a:spcAft>
                <a:spcPts val="0"/>
              </a:spcAft>
              <a:defRPr/>
            </a:pPr>
            <a:r>
              <a:rPr lang="es-ES_tradnl">
                <a:solidFill>
                  <a:schemeClr val="accent1"/>
                </a:solidFill>
              </a:rPr>
              <a:t>03 Resultados</a:t>
            </a:r>
            <a:br>
              <a:rPr lang="es-ES_tradnl">
                <a:solidFill>
                  <a:schemeClr val="accent1"/>
                </a:solidFill>
              </a:rPr>
            </a:br>
            <a:r>
              <a:rPr lang="es-ES_tradnl" err="1">
                <a:solidFill>
                  <a:srgbClr val="00566C"/>
                </a:solidFill>
              </a:rPr>
              <a:t>Validación externa del protocolo en IEEE-CIS</a:t>
            </a:r>
          </a:p>
        </p:txBody>
      </p:sp>
      <p:sp>
        <p:nvSpPr>
          <p:cNvPr id="17467" name="Slide Number Placeholder 2">
            <a:extLst>
              <a:ext uri="{FF2B5EF4-FFF2-40B4-BE49-F238E27FC236}">
                <a16:creationId xmlns:a16="http://schemas.microsoft.com/office/drawing/2014/main" id="{25E8E64E-2B25-8498-E42E-C76A3C919B1D}"/>
              </a:ext>
            </a:extLst>
          </p:cNvPr>
          <p:cNvSpPr txBox="1">
            <a:spLocks noChangeArrowheads="1"/>
          </p:cNvSpPr>
          <p:nvPr/>
        </p:nvSpPr>
        <p:spPr bwMode="auto">
          <a:xfrm>
            <a:off x="16916400" y="9072563"/>
            <a:ext cx="1733550" cy="923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1428" tIns="45713" rIns="91428" bIns="45713">
            <a:spAutoFit/>
          </a:bodyPr>
          <a:lstStyle>
            <a:lvl1pPr>
              <a:defRPr sz="2700">
                <a:solidFill>
                  <a:schemeClr val="tx1"/>
                </a:solidFill>
                <a:latin typeface="Franklin Gothic Book" panose="020B0503020102020204" pitchFamily="34" charset="0"/>
              </a:defRPr>
            </a:lvl1pPr>
            <a:lvl2pPr marL="742950" indent="-285750">
              <a:defRPr sz="2700">
                <a:solidFill>
                  <a:schemeClr val="tx1"/>
                </a:solidFill>
                <a:latin typeface="Franklin Gothic Book" panose="020B0503020102020204" pitchFamily="34" charset="0"/>
              </a:defRPr>
            </a:lvl2pPr>
            <a:lvl3pPr marL="1143000" indent="-228600">
              <a:defRPr sz="2700">
                <a:solidFill>
                  <a:schemeClr val="tx1"/>
                </a:solidFill>
                <a:latin typeface="Franklin Gothic Book" panose="020B0503020102020204" pitchFamily="34" charset="0"/>
              </a:defRPr>
            </a:lvl3pPr>
            <a:lvl4pPr marL="1600200" indent="-228600">
              <a:defRPr sz="2700">
                <a:solidFill>
                  <a:schemeClr val="tx1"/>
                </a:solidFill>
                <a:latin typeface="Franklin Gothic Book" panose="020B0503020102020204" pitchFamily="34" charset="0"/>
              </a:defRPr>
            </a:lvl4pPr>
            <a:lvl5pPr marL="2057400" indent="-228600">
              <a:defRPr sz="2700">
                <a:solidFill>
                  <a:schemeClr val="tx1"/>
                </a:solidFill>
                <a:latin typeface="Franklin Gothic Book" panose="020B0503020102020204" pitchFamily="34" charset="0"/>
              </a:defRPr>
            </a:lvl5pPr>
            <a:lvl6pPr marL="2514600" indent="-228600" defTabSz="1370013" eaLnBrk="0" fontAlgn="base" hangingPunct="0">
              <a:spcBef>
                <a:spcPct val="0"/>
              </a:spcBef>
              <a:spcAft>
                <a:spcPct val="0"/>
              </a:spcAft>
              <a:defRPr sz="2700">
                <a:solidFill>
                  <a:schemeClr val="tx1"/>
                </a:solidFill>
                <a:latin typeface="Franklin Gothic Book" panose="020B0503020102020204" pitchFamily="34" charset="0"/>
              </a:defRPr>
            </a:lvl6pPr>
            <a:lvl7pPr marL="2971800" indent="-228600" defTabSz="1370013" eaLnBrk="0" fontAlgn="base" hangingPunct="0">
              <a:spcBef>
                <a:spcPct val="0"/>
              </a:spcBef>
              <a:spcAft>
                <a:spcPct val="0"/>
              </a:spcAft>
              <a:defRPr sz="2700">
                <a:solidFill>
                  <a:schemeClr val="tx1"/>
                </a:solidFill>
                <a:latin typeface="Franklin Gothic Book" panose="020B0503020102020204" pitchFamily="34" charset="0"/>
              </a:defRPr>
            </a:lvl7pPr>
            <a:lvl8pPr marL="3429000" indent="-228600" defTabSz="1370013" eaLnBrk="0" fontAlgn="base" hangingPunct="0">
              <a:spcBef>
                <a:spcPct val="0"/>
              </a:spcBef>
              <a:spcAft>
                <a:spcPct val="0"/>
              </a:spcAft>
              <a:defRPr sz="2700">
                <a:solidFill>
                  <a:schemeClr val="tx1"/>
                </a:solidFill>
                <a:latin typeface="Franklin Gothic Book" panose="020B0503020102020204" pitchFamily="34" charset="0"/>
              </a:defRPr>
            </a:lvl8pPr>
            <a:lvl9pPr marL="3886200" indent="-228600" defTabSz="1370013" eaLnBrk="0" fontAlgn="base" hangingPunct="0">
              <a:spcBef>
                <a:spcPct val="0"/>
              </a:spcBef>
              <a:spcAft>
                <a:spcPct val="0"/>
              </a:spcAft>
              <a:defRPr sz="2700">
                <a:solidFill>
                  <a:schemeClr val="tx1"/>
                </a:solidFill>
                <a:latin typeface="Franklin Gothic Book" panose="020B0503020102020204" pitchFamily="34" charset="0"/>
              </a:defRPr>
            </a:lvl9pPr>
          </a:lstStyle>
          <a:p>
            <a:pPr eaLnBrk="1" hangingPunct="1"/>
            <a:r>
              <a:rPr lang="es-ES_tradnl" altLang="es-ES" b="1">
                <a:solidFill>
                  <a:schemeClr val="accent2"/>
                </a:solidFill>
                <a:latin typeface="Franklin Gothic Medium" panose="020B0603020102090204" pitchFamily="34" charset="0"/>
              </a:rPr>
              <a:t>pág.</a:t>
            </a:r>
          </a:p>
          <a:p>
            <a:pPr eaLnBrk="1" hangingPunct="1"/>
            <a:fld id="{CBBE2CE8-E55E-4A1E-BAD8-BD89860AFB98}" type="slidenum">
              <a:rPr lang="es-ES_tradnl" altLang="es-ES" b="1">
                <a:solidFill>
                  <a:schemeClr val="accent2"/>
                </a:solidFill>
                <a:latin typeface="Franklin Gothic Medium" panose="020B0603020102090204" pitchFamily="34" charset="0"/>
              </a:rPr>
              <a:pPr eaLnBrk="1" hangingPunct="1"/>
              <a:t>16</a:t>
            </a:fld>
            <a:endParaRPr lang="es-ES_tradnl" altLang="es-ES" b="1">
              <a:solidFill>
                <a:schemeClr val="accent2"/>
              </a:solidFill>
              <a:latin typeface="Franklin Gothic Medium" panose="020B0603020102090204" pitchFamily="34" charset="0"/>
            </a:endParaRPr>
          </a:p>
        </p:txBody>
      </p:sp>
      <p:graphicFrame>
        <p:nvGraphicFramePr>
          <p:cNvPr id="17468" name="Table 17467"/>
          <p:cNvGraphicFramePr>
            <a:graphicFrameLocks noGrp="1"/>
          </p:cNvGraphicFramePr>
          <p:nvPr/>
        </p:nvGraphicFramePr>
        <p:xfrm>
          <a:off x="1371600" y="2103120"/>
          <a:ext cx="15544800" cy="3017520"/>
        </p:xfrm>
        <a:graphic>
          <a:graphicData uri="http://schemas.openxmlformats.org/drawingml/2006/table">
            <a:tbl>
              <a:tblPr firstRow="0" bandRow="0">
                <a:tableStyleId>{5940675A-B579-460E-94D1-54222C63F5DA}</a:tableStyleId>
              </a:tblPr>
              <a:tblGrid>
                <a:gridCol w="2560320"/>
                <a:gridCol w="1828800"/>
                <a:gridCol w="1554480"/>
                <a:gridCol w="1645920"/>
                <a:gridCol w="1554480"/>
                <a:gridCol w="1737360"/>
                <a:gridCol w="1463040"/>
                <a:gridCol w="3200400"/>
              </a:tblGrid>
              <a:tr h="603504">
                <a:tc>
                  <a:txBody>
                    <a:bodyPr wrap="square"/>
                    <a:lstStyle/>
                    <a:p>
                      <a:pPr algn="l"/>
                      <a:r>
                        <a:rPr sz="1700" b="1">
                          <a:solidFill>
                            <a:srgbClr val="FFFFFF"/>
                          </a:solidFill>
                          <a:latin typeface="Franklin Gothic Medium"/>
                        </a:rPr>
                        <a:t>Modelo</a:t>
                      </a:r>
                    </a:p>
                  </a:txBody>
                  <a:tcPr marL="91440" marR="91440" marT="36576" marB="36576" anchor="ctr">
                    <a:lnL w="12700">
                      <a:solidFill>
                        <a:srgbClr val="FFFFFF"/>
                      </a:solidFill>
                    </a:lnL>
                    <a:lnR w="12700">
                      <a:solidFill>
                        <a:srgbClr val="FFFFFF"/>
                      </a:solidFill>
                    </a:lnR>
                    <a:lnT w="12700">
                      <a:solidFill>
                        <a:srgbClr val="FFFFFF"/>
                      </a:solidFill>
                    </a:lnT>
                    <a:lnB w="12700">
                      <a:solidFill>
                        <a:srgbClr val="FFFFFF"/>
                      </a:solidFill>
                    </a:lnB>
                    <a:solidFill>
                      <a:srgbClr val="219BC3"/>
                    </a:solidFill>
                  </a:tcPr>
                </a:tc>
                <a:tc>
                  <a:txBody>
                    <a:bodyPr wrap="square"/>
                    <a:lstStyle/>
                    <a:p>
                      <a:pPr algn="ctr"/>
                      <a:r>
                        <a:rPr sz="1700" b="1">
                          <a:solidFill>
                            <a:srgbClr val="FFFFFF"/>
                          </a:solidFill>
                          <a:latin typeface="Franklin Gothic Medium"/>
                        </a:rPr>
                        <a:t>Dataset</a:t>
                      </a:r>
                    </a:p>
                  </a:txBody>
                  <a:tcPr marL="91440" marR="91440" marT="36576" marB="36576" anchor="ctr">
                    <a:lnL w="12700">
                      <a:solidFill>
                        <a:srgbClr val="FFFFFF"/>
                      </a:solidFill>
                    </a:lnL>
                    <a:lnR w="12700">
                      <a:solidFill>
                        <a:srgbClr val="FFFFFF"/>
                      </a:solidFill>
                    </a:lnR>
                    <a:lnT w="12700">
                      <a:solidFill>
                        <a:srgbClr val="FFFFFF"/>
                      </a:solidFill>
                    </a:lnT>
                    <a:lnB w="12700">
                      <a:solidFill>
                        <a:srgbClr val="FFFFFF"/>
                      </a:solidFill>
                    </a:lnB>
                    <a:solidFill>
                      <a:srgbClr val="219BC3"/>
                    </a:solidFill>
                  </a:tcPr>
                </a:tc>
                <a:tc>
                  <a:txBody>
                    <a:bodyPr wrap="square"/>
                    <a:lstStyle/>
                    <a:p>
                      <a:pPr algn="ctr"/>
                      <a:r>
                        <a:rPr sz="1700" b="1">
                          <a:solidFill>
                            <a:srgbClr val="FFFFFF"/>
                          </a:solidFill>
                          <a:latin typeface="Franklin Gothic Medium"/>
                        </a:rPr>
                        <a:t>AUC-PR</a:t>
                      </a:r>
                    </a:p>
                  </a:txBody>
                  <a:tcPr marL="91440" marR="91440" marT="36576" marB="36576" anchor="ctr">
                    <a:lnL w="12700">
                      <a:solidFill>
                        <a:srgbClr val="FFFFFF"/>
                      </a:solidFill>
                    </a:lnL>
                    <a:lnR w="12700">
                      <a:solidFill>
                        <a:srgbClr val="FFFFFF"/>
                      </a:solidFill>
                    </a:lnR>
                    <a:lnT w="12700">
                      <a:solidFill>
                        <a:srgbClr val="FFFFFF"/>
                      </a:solidFill>
                    </a:lnT>
                    <a:lnB w="12700">
                      <a:solidFill>
                        <a:srgbClr val="FFFFFF"/>
                      </a:solidFill>
                    </a:lnB>
                    <a:solidFill>
                      <a:srgbClr val="219BC3"/>
                    </a:solidFill>
                  </a:tcPr>
                </a:tc>
                <a:tc>
                  <a:txBody>
                    <a:bodyPr wrap="square"/>
                    <a:lstStyle/>
                    <a:p>
                      <a:pPr algn="ctr"/>
                      <a:r>
                        <a:rPr sz="1700" b="1">
                          <a:solidFill>
                            <a:srgbClr val="FFFFFF"/>
                          </a:solidFill>
                          <a:latin typeface="Franklin Gothic Medium"/>
                        </a:rPr>
                        <a:t>AUC-ROC</a:t>
                      </a:r>
                    </a:p>
                  </a:txBody>
                  <a:tcPr marL="91440" marR="91440" marT="36576" marB="36576" anchor="ctr">
                    <a:lnL w="12700">
                      <a:solidFill>
                        <a:srgbClr val="FFFFFF"/>
                      </a:solidFill>
                    </a:lnL>
                    <a:lnR w="12700">
                      <a:solidFill>
                        <a:srgbClr val="FFFFFF"/>
                      </a:solidFill>
                    </a:lnR>
                    <a:lnT w="12700">
                      <a:solidFill>
                        <a:srgbClr val="FFFFFF"/>
                      </a:solidFill>
                    </a:lnT>
                    <a:lnB w="12700">
                      <a:solidFill>
                        <a:srgbClr val="FFFFFF"/>
                      </a:solidFill>
                    </a:lnB>
                    <a:solidFill>
                      <a:srgbClr val="219BC3"/>
                    </a:solidFill>
                  </a:tcPr>
                </a:tc>
                <a:tc>
                  <a:txBody>
                    <a:bodyPr wrap="square"/>
                    <a:lstStyle/>
                    <a:p>
                      <a:pPr algn="ctr"/>
                      <a:r>
                        <a:rPr sz="1700" b="1">
                          <a:solidFill>
                            <a:srgbClr val="FFFFFF"/>
                          </a:solidFill>
                          <a:latin typeface="Franklin Gothic Medium"/>
                        </a:rPr>
                        <a:t>Recall</a:t>
                      </a:r>
                    </a:p>
                  </a:txBody>
                  <a:tcPr marL="91440" marR="91440" marT="36576" marB="36576" anchor="ctr">
                    <a:lnL w="12700">
                      <a:solidFill>
                        <a:srgbClr val="FFFFFF"/>
                      </a:solidFill>
                    </a:lnL>
                    <a:lnR w="12700">
                      <a:solidFill>
                        <a:srgbClr val="FFFFFF"/>
                      </a:solidFill>
                    </a:lnR>
                    <a:lnT w="12700">
                      <a:solidFill>
                        <a:srgbClr val="FFFFFF"/>
                      </a:solidFill>
                    </a:lnT>
                    <a:lnB w="12700">
                      <a:solidFill>
                        <a:srgbClr val="FFFFFF"/>
                      </a:solidFill>
                    </a:lnB>
                    <a:solidFill>
                      <a:srgbClr val="219BC3"/>
                    </a:solidFill>
                  </a:tcPr>
                </a:tc>
                <a:tc>
                  <a:txBody>
                    <a:bodyPr wrap="square"/>
                    <a:lstStyle/>
                    <a:p>
                      <a:pPr algn="ctr"/>
                      <a:r>
                        <a:rPr sz="1700" b="1">
                          <a:solidFill>
                            <a:srgbClr val="FFFFFF"/>
                          </a:solidFill>
                          <a:latin typeface="Franklin Gothic Medium"/>
                        </a:rPr>
                        <a:t>Precisión</a:t>
                      </a:r>
                    </a:p>
                  </a:txBody>
                  <a:tcPr marL="91440" marR="91440" marT="36576" marB="36576" anchor="ctr">
                    <a:lnL w="12700">
                      <a:solidFill>
                        <a:srgbClr val="FFFFFF"/>
                      </a:solidFill>
                    </a:lnL>
                    <a:lnR w="12700">
                      <a:solidFill>
                        <a:srgbClr val="FFFFFF"/>
                      </a:solidFill>
                    </a:lnR>
                    <a:lnT w="12700">
                      <a:solidFill>
                        <a:srgbClr val="FFFFFF"/>
                      </a:solidFill>
                    </a:lnT>
                    <a:lnB w="12700">
                      <a:solidFill>
                        <a:srgbClr val="FFFFFF"/>
                      </a:solidFill>
                    </a:lnB>
                    <a:solidFill>
                      <a:srgbClr val="219BC3"/>
                    </a:solidFill>
                  </a:tcPr>
                </a:tc>
                <a:tc>
                  <a:txBody>
                    <a:bodyPr wrap="square"/>
                    <a:lstStyle/>
                    <a:p>
                      <a:pPr algn="ctr"/>
                      <a:r>
                        <a:rPr sz="1700" b="1">
                          <a:solidFill>
                            <a:srgbClr val="FFFFFF"/>
                          </a:solidFill>
                          <a:latin typeface="Franklin Gothic Medium"/>
                        </a:rPr>
                        <a:t>F1</a:t>
                      </a:r>
                    </a:p>
                  </a:txBody>
                  <a:tcPr marL="91440" marR="91440" marT="36576" marB="36576" anchor="ctr">
                    <a:lnL w="12700">
                      <a:solidFill>
                        <a:srgbClr val="FFFFFF"/>
                      </a:solidFill>
                    </a:lnL>
                    <a:lnR w="12700">
                      <a:solidFill>
                        <a:srgbClr val="FFFFFF"/>
                      </a:solidFill>
                    </a:lnR>
                    <a:lnT w="12700">
                      <a:solidFill>
                        <a:srgbClr val="FFFFFF"/>
                      </a:solidFill>
                    </a:lnT>
                    <a:lnB w="12700">
                      <a:solidFill>
                        <a:srgbClr val="FFFFFF"/>
                      </a:solidFill>
                    </a:lnB>
                    <a:solidFill>
                      <a:srgbClr val="219BC3"/>
                    </a:solidFill>
                  </a:tcPr>
                </a:tc>
                <a:tc>
                  <a:txBody>
                    <a:bodyPr wrap="square"/>
                    <a:lstStyle/>
                    <a:p>
                      <a:pPr algn="ctr"/>
                      <a:r>
                        <a:rPr sz="1700" b="1">
                          <a:solidFill>
                            <a:srgbClr val="FFFFFF"/>
                          </a:solidFill>
                          <a:latin typeface="Franklin Gothic Medium"/>
                        </a:rPr>
                        <a:t>Fraudes no detect.</a:t>
                      </a:r>
                    </a:p>
                  </a:txBody>
                  <a:tcPr marL="91440" marR="91440" marT="36576" marB="36576" anchor="ctr">
                    <a:lnL w="12700">
                      <a:solidFill>
                        <a:srgbClr val="FFFFFF"/>
                      </a:solidFill>
                    </a:lnL>
                    <a:lnR w="12700">
                      <a:solidFill>
                        <a:srgbClr val="FFFFFF"/>
                      </a:solidFill>
                    </a:lnR>
                    <a:lnT w="12700">
                      <a:solidFill>
                        <a:srgbClr val="FFFFFF"/>
                      </a:solidFill>
                    </a:lnT>
                    <a:lnB w="12700">
                      <a:solidFill>
                        <a:srgbClr val="FFFFFF"/>
                      </a:solidFill>
                    </a:lnB>
                    <a:solidFill>
                      <a:srgbClr val="219BC3"/>
                    </a:solidFill>
                  </a:tcPr>
                </a:tc>
              </a:tr>
              <a:tr h="603504">
                <a:tc>
                  <a:txBody>
                    <a:bodyPr wrap="square"/>
                    <a:lstStyle/>
                    <a:p>
                      <a:pPr algn="l"/>
                      <a:r>
                        <a:rPr sz="1700" b="1">
                          <a:solidFill>
                            <a:srgbClr val="00566C"/>
                          </a:solidFill>
                          <a:latin typeface="Franklin Gothic Medium"/>
                        </a:rPr>
                        <a:t>XGBoost</a:t>
                      </a:r>
                    </a:p>
                  </a:txBody>
                  <a:tcPr marL="91440" marR="91440" marT="36576" marB="36576" anchor="ctr">
                    <a:lnL w="12700">
                      <a:solidFill>
                        <a:srgbClr val="FFFFFF"/>
                      </a:solidFill>
                    </a:lnL>
                    <a:lnR w="12700">
                      <a:solidFill>
                        <a:srgbClr val="FFFFFF"/>
                      </a:solidFill>
                    </a:lnR>
                    <a:lnT w="12700">
                      <a:solidFill>
                        <a:srgbClr val="FFFFFF"/>
                      </a:solidFill>
                    </a:lnT>
                    <a:lnB w="12700">
                      <a:solidFill>
                        <a:srgbClr val="FFFFFF"/>
                      </a:solidFill>
                    </a:lnB>
                    <a:solidFill>
                      <a:srgbClr val="F2F2F5"/>
                    </a:solidFill>
                  </a:tcPr>
                </a:tc>
                <a:tc>
                  <a:txBody>
                    <a:bodyPr wrap="square"/>
                    <a:lstStyle/>
                    <a:p>
                      <a:pPr algn="ctr"/>
                      <a:r>
                        <a:rPr sz="1700" b="0">
                          <a:solidFill>
                            <a:srgbClr val="3C3C48"/>
                          </a:solidFill>
                          <a:latin typeface="Franklin Gothic Book"/>
                        </a:rPr>
                        <a:t>ULB</a:t>
                      </a:r>
                    </a:p>
                  </a:txBody>
                  <a:tcPr marL="91440" marR="91440" marT="36576" marB="36576" anchor="ctr">
                    <a:lnL w="12700">
                      <a:solidFill>
                        <a:srgbClr val="FFFFFF"/>
                      </a:solidFill>
                    </a:lnL>
                    <a:lnR w="12700">
                      <a:solidFill>
                        <a:srgbClr val="FFFFFF"/>
                      </a:solidFill>
                    </a:lnR>
                    <a:lnT w="12700">
                      <a:solidFill>
                        <a:srgbClr val="FFFFFF"/>
                      </a:solidFill>
                    </a:lnT>
                    <a:lnB w="12700">
                      <a:solidFill>
                        <a:srgbClr val="FFFFFF"/>
                      </a:solidFill>
                    </a:lnB>
                    <a:solidFill>
                      <a:srgbClr val="F2F2F5"/>
                    </a:solidFill>
                  </a:tcPr>
                </a:tc>
                <a:tc>
                  <a:txBody>
                    <a:bodyPr wrap="square"/>
                    <a:lstStyle/>
                    <a:p>
                      <a:pPr algn="ctr"/>
                      <a:r>
                        <a:rPr sz="1700" b="0">
                          <a:solidFill>
                            <a:srgbClr val="3C3C48"/>
                          </a:solidFill>
                          <a:latin typeface="Franklin Gothic Book"/>
                        </a:rPr>
                        <a:t>0,883</a:t>
                      </a:r>
                    </a:p>
                  </a:txBody>
                  <a:tcPr marL="91440" marR="91440" marT="36576" marB="36576" anchor="ctr">
                    <a:lnL w="12700">
                      <a:solidFill>
                        <a:srgbClr val="FFFFFF"/>
                      </a:solidFill>
                    </a:lnL>
                    <a:lnR w="12700">
                      <a:solidFill>
                        <a:srgbClr val="FFFFFF"/>
                      </a:solidFill>
                    </a:lnR>
                    <a:lnT w="12700">
                      <a:solidFill>
                        <a:srgbClr val="FFFFFF"/>
                      </a:solidFill>
                    </a:lnT>
                    <a:lnB w="12700">
                      <a:solidFill>
                        <a:srgbClr val="FFFFFF"/>
                      </a:solidFill>
                    </a:lnB>
                    <a:solidFill>
                      <a:srgbClr val="F2F2F5"/>
                    </a:solidFill>
                  </a:tcPr>
                </a:tc>
                <a:tc>
                  <a:txBody>
                    <a:bodyPr wrap="square"/>
                    <a:lstStyle/>
                    <a:p>
                      <a:pPr algn="ctr"/>
                      <a:r>
                        <a:rPr sz="1700" b="0">
                          <a:solidFill>
                            <a:srgbClr val="3C3C48"/>
                          </a:solidFill>
                          <a:latin typeface="Franklin Gothic Book"/>
                        </a:rPr>
                        <a:t>0,960</a:t>
                      </a:r>
                    </a:p>
                  </a:txBody>
                  <a:tcPr marL="91440" marR="91440" marT="36576" marB="36576" anchor="ctr">
                    <a:lnL w="12700">
                      <a:solidFill>
                        <a:srgbClr val="FFFFFF"/>
                      </a:solidFill>
                    </a:lnL>
                    <a:lnR w="12700">
                      <a:solidFill>
                        <a:srgbClr val="FFFFFF"/>
                      </a:solidFill>
                    </a:lnR>
                    <a:lnT w="12700">
                      <a:solidFill>
                        <a:srgbClr val="FFFFFF"/>
                      </a:solidFill>
                    </a:lnT>
                    <a:lnB w="12700">
                      <a:solidFill>
                        <a:srgbClr val="FFFFFF"/>
                      </a:solidFill>
                    </a:lnB>
                    <a:solidFill>
                      <a:srgbClr val="F2F2F5"/>
                    </a:solidFill>
                  </a:tcPr>
                </a:tc>
                <a:tc>
                  <a:txBody>
                    <a:bodyPr wrap="square"/>
                    <a:lstStyle/>
                    <a:p>
                      <a:pPr algn="ctr"/>
                      <a:r>
                        <a:rPr sz="1700" b="0">
                          <a:solidFill>
                            <a:srgbClr val="3C3C48"/>
                          </a:solidFill>
                          <a:latin typeface="Franklin Gothic Book"/>
                        </a:rPr>
                        <a:t>0,837</a:t>
                      </a:r>
                    </a:p>
                  </a:txBody>
                  <a:tcPr marL="91440" marR="91440" marT="36576" marB="36576" anchor="ctr">
                    <a:lnL w="12700">
                      <a:solidFill>
                        <a:srgbClr val="FFFFFF"/>
                      </a:solidFill>
                    </a:lnL>
                    <a:lnR w="12700">
                      <a:solidFill>
                        <a:srgbClr val="FFFFFF"/>
                      </a:solidFill>
                    </a:lnR>
                    <a:lnT w="12700">
                      <a:solidFill>
                        <a:srgbClr val="FFFFFF"/>
                      </a:solidFill>
                    </a:lnT>
                    <a:lnB w="12700">
                      <a:solidFill>
                        <a:srgbClr val="FFFFFF"/>
                      </a:solidFill>
                    </a:lnB>
                    <a:solidFill>
                      <a:srgbClr val="F2F2F5"/>
                    </a:solidFill>
                  </a:tcPr>
                </a:tc>
                <a:tc>
                  <a:txBody>
                    <a:bodyPr wrap="square"/>
                    <a:lstStyle/>
                    <a:p>
                      <a:pPr algn="ctr"/>
                      <a:r>
                        <a:rPr sz="1700" b="0">
                          <a:solidFill>
                            <a:srgbClr val="3C3C48"/>
                          </a:solidFill>
                          <a:latin typeface="Franklin Gothic Book"/>
                        </a:rPr>
                        <a:t>0,882</a:t>
                      </a:r>
                    </a:p>
                  </a:txBody>
                  <a:tcPr marL="91440" marR="91440" marT="36576" marB="36576" anchor="ctr">
                    <a:lnL w="12700">
                      <a:solidFill>
                        <a:srgbClr val="FFFFFF"/>
                      </a:solidFill>
                    </a:lnL>
                    <a:lnR w="12700">
                      <a:solidFill>
                        <a:srgbClr val="FFFFFF"/>
                      </a:solidFill>
                    </a:lnR>
                    <a:lnT w="12700">
                      <a:solidFill>
                        <a:srgbClr val="FFFFFF"/>
                      </a:solidFill>
                    </a:lnT>
                    <a:lnB w="12700">
                      <a:solidFill>
                        <a:srgbClr val="FFFFFF"/>
                      </a:solidFill>
                    </a:lnB>
                    <a:solidFill>
                      <a:srgbClr val="F2F2F5"/>
                    </a:solidFill>
                  </a:tcPr>
                </a:tc>
                <a:tc>
                  <a:txBody>
                    <a:bodyPr wrap="square"/>
                    <a:lstStyle/>
                    <a:p>
                      <a:pPr algn="ctr"/>
                      <a:r>
                        <a:rPr sz="1700" b="0">
                          <a:solidFill>
                            <a:srgbClr val="3C3C48"/>
                          </a:solidFill>
                          <a:latin typeface="Franklin Gothic Book"/>
                        </a:rPr>
                        <a:t>0,859</a:t>
                      </a:r>
                    </a:p>
                  </a:txBody>
                  <a:tcPr marL="91440" marR="91440" marT="36576" marB="36576" anchor="ctr">
                    <a:lnL w="12700">
                      <a:solidFill>
                        <a:srgbClr val="FFFFFF"/>
                      </a:solidFill>
                    </a:lnL>
                    <a:lnR w="12700">
                      <a:solidFill>
                        <a:srgbClr val="FFFFFF"/>
                      </a:solidFill>
                    </a:lnR>
                    <a:lnT w="12700">
                      <a:solidFill>
                        <a:srgbClr val="FFFFFF"/>
                      </a:solidFill>
                    </a:lnT>
                    <a:lnB w="12700">
                      <a:solidFill>
                        <a:srgbClr val="FFFFFF"/>
                      </a:solidFill>
                    </a:lnB>
                    <a:solidFill>
                      <a:srgbClr val="F2F2F5"/>
                    </a:solidFill>
                  </a:tcPr>
                </a:tc>
                <a:tc>
                  <a:txBody>
                    <a:bodyPr wrap="square"/>
                    <a:lstStyle/>
                    <a:p>
                      <a:pPr algn="ctr"/>
                      <a:r>
                        <a:rPr sz="1700" b="0">
                          <a:solidFill>
                            <a:srgbClr val="3C3C48"/>
                          </a:solidFill>
                          <a:latin typeface="Franklin Gothic Book"/>
                        </a:rPr>
                        <a:t>16 / 98</a:t>
                      </a:r>
                    </a:p>
                  </a:txBody>
                  <a:tcPr marL="91440" marR="91440" marT="36576" marB="36576" anchor="ctr">
                    <a:lnL w="12700">
                      <a:solidFill>
                        <a:srgbClr val="FFFFFF"/>
                      </a:solidFill>
                    </a:lnL>
                    <a:lnR w="12700">
                      <a:solidFill>
                        <a:srgbClr val="FFFFFF"/>
                      </a:solidFill>
                    </a:lnR>
                    <a:lnT w="12700">
                      <a:solidFill>
                        <a:srgbClr val="FFFFFF"/>
                      </a:solidFill>
                    </a:lnT>
                    <a:lnB w="12700">
                      <a:solidFill>
                        <a:srgbClr val="FFFFFF"/>
                      </a:solidFill>
                    </a:lnB>
                    <a:solidFill>
                      <a:srgbClr val="F2F2F5"/>
                    </a:solidFill>
                  </a:tcPr>
                </a:tc>
              </a:tr>
              <a:tr h="603504">
                <a:tc>
                  <a:txBody>
                    <a:bodyPr wrap="square"/>
                    <a:lstStyle/>
                    <a:p>
                      <a:pPr algn="l"/>
                      <a:r>
                        <a:rPr sz="1700" b="1">
                          <a:solidFill>
                            <a:srgbClr val="00566C"/>
                          </a:solidFill>
                          <a:latin typeface="Franklin Gothic Medium"/>
                        </a:rPr>
                        <a:t>XGBoost</a:t>
                      </a:r>
                    </a:p>
                  </a:txBody>
                  <a:tcPr marL="91440" marR="91440" marT="36576" marB="36576" anchor="ctr">
                    <a:lnL w="12700">
                      <a:solidFill>
                        <a:srgbClr val="FFFFFF"/>
                      </a:solidFill>
                    </a:lnL>
                    <a:lnR w="12700">
                      <a:solidFill>
                        <a:srgbClr val="FFFFFF"/>
                      </a:solidFill>
                    </a:lnR>
                    <a:lnT w="12700">
                      <a:solidFill>
                        <a:srgbClr val="FFFFFF"/>
                      </a:solidFill>
                    </a:lnT>
                    <a:lnB w="12700">
                      <a:solidFill>
                        <a:srgbClr val="FFFFFF"/>
                      </a:solidFill>
                    </a:lnB>
                    <a:solidFill>
                      <a:srgbClr val="D6EEF6"/>
                    </a:solidFill>
                  </a:tcPr>
                </a:tc>
                <a:tc>
                  <a:txBody>
                    <a:bodyPr wrap="square"/>
                    <a:lstStyle/>
                    <a:p>
                      <a:pPr algn="ctr"/>
                      <a:r>
                        <a:rPr sz="1700" b="1">
                          <a:solidFill>
                            <a:srgbClr val="00566C"/>
                          </a:solidFill>
                          <a:latin typeface="Franklin Gothic Medium"/>
                        </a:rPr>
                        <a:t>IEEE-CIS</a:t>
                      </a:r>
                    </a:p>
                  </a:txBody>
                  <a:tcPr marL="91440" marR="91440" marT="36576" marB="36576" anchor="ctr">
                    <a:lnL w="12700">
                      <a:solidFill>
                        <a:srgbClr val="FFFFFF"/>
                      </a:solidFill>
                    </a:lnL>
                    <a:lnR w="12700">
                      <a:solidFill>
                        <a:srgbClr val="FFFFFF"/>
                      </a:solidFill>
                    </a:lnR>
                    <a:lnT w="12700">
                      <a:solidFill>
                        <a:srgbClr val="FFFFFF"/>
                      </a:solidFill>
                    </a:lnT>
                    <a:lnB w="12700">
                      <a:solidFill>
                        <a:srgbClr val="FFFFFF"/>
                      </a:solidFill>
                    </a:lnB>
                    <a:solidFill>
                      <a:srgbClr val="D6EEF6"/>
                    </a:solidFill>
                  </a:tcPr>
                </a:tc>
                <a:tc>
                  <a:txBody>
                    <a:bodyPr wrap="square"/>
                    <a:lstStyle/>
                    <a:p>
                      <a:pPr algn="ctr"/>
                      <a:r>
                        <a:rPr sz="1700" b="1">
                          <a:solidFill>
                            <a:srgbClr val="00566C"/>
                          </a:solidFill>
                          <a:latin typeface="Franklin Gothic Medium"/>
                        </a:rPr>
                        <a:t>0,614</a:t>
                      </a:r>
                    </a:p>
                  </a:txBody>
                  <a:tcPr marL="91440" marR="91440" marT="36576" marB="36576" anchor="ctr">
                    <a:lnL w="12700">
                      <a:solidFill>
                        <a:srgbClr val="FFFFFF"/>
                      </a:solidFill>
                    </a:lnL>
                    <a:lnR w="12700">
                      <a:solidFill>
                        <a:srgbClr val="FFFFFF"/>
                      </a:solidFill>
                    </a:lnR>
                    <a:lnT w="12700">
                      <a:solidFill>
                        <a:srgbClr val="FFFFFF"/>
                      </a:solidFill>
                    </a:lnT>
                    <a:lnB w="12700">
                      <a:solidFill>
                        <a:srgbClr val="FFFFFF"/>
                      </a:solidFill>
                    </a:lnB>
                    <a:solidFill>
                      <a:srgbClr val="D6EEF6"/>
                    </a:solidFill>
                  </a:tcPr>
                </a:tc>
                <a:tc>
                  <a:txBody>
                    <a:bodyPr wrap="square"/>
                    <a:lstStyle/>
                    <a:p>
                      <a:pPr algn="ctr"/>
                      <a:r>
                        <a:rPr sz="1700" b="1">
                          <a:solidFill>
                            <a:srgbClr val="00566C"/>
                          </a:solidFill>
                          <a:latin typeface="Franklin Gothic Medium"/>
                        </a:rPr>
                        <a:t>0,927</a:t>
                      </a:r>
                    </a:p>
                  </a:txBody>
                  <a:tcPr marL="91440" marR="91440" marT="36576" marB="36576" anchor="ctr">
                    <a:lnL w="12700">
                      <a:solidFill>
                        <a:srgbClr val="FFFFFF"/>
                      </a:solidFill>
                    </a:lnL>
                    <a:lnR w="12700">
                      <a:solidFill>
                        <a:srgbClr val="FFFFFF"/>
                      </a:solidFill>
                    </a:lnR>
                    <a:lnT w="12700">
                      <a:solidFill>
                        <a:srgbClr val="FFFFFF"/>
                      </a:solidFill>
                    </a:lnT>
                    <a:lnB w="12700">
                      <a:solidFill>
                        <a:srgbClr val="FFFFFF"/>
                      </a:solidFill>
                    </a:lnB>
                    <a:solidFill>
                      <a:srgbClr val="D6EEF6"/>
                    </a:solidFill>
                  </a:tcPr>
                </a:tc>
                <a:tc>
                  <a:txBody>
                    <a:bodyPr wrap="square"/>
                    <a:lstStyle/>
                    <a:p>
                      <a:pPr algn="ctr"/>
                      <a:r>
                        <a:rPr sz="1700" b="1">
                          <a:solidFill>
                            <a:srgbClr val="00566C"/>
                          </a:solidFill>
                          <a:latin typeface="Franklin Gothic Medium"/>
                        </a:rPr>
                        <a:t>0,831</a:t>
                      </a:r>
                    </a:p>
                  </a:txBody>
                  <a:tcPr marL="91440" marR="91440" marT="36576" marB="36576" anchor="ctr">
                    <a:lnL w="12700">
                      <a:solidFill>
                        <a:srgbClr val="FFFFFF"/>
                      </a:solidFill>
                    </a:lnL>
                    <a:lnR w="12700">
                      <a:solidFill>
                        <a:srgbClr val="FFFFFF"/>
                      </a:solidFill>
                    </a:lnR>
                    <a:lnT w="12700">
                      <a:solidFill>
                        <a:srgbClr val="FFFFFF"/>
                      </a:solidFill>
                    </a:lnT>
                    <a:lnB w="12700">
                      <a:solidFill>
                        <a:srgbClr val="FFFFFF"/>
                      </a:solidFill>
                    </a:lnB>
                    <a:solidFill>
                      <a:srgbClr val="D6EEF6"/>
                    </a:solidFill>
                  </a:tcPr>
                </a:tc>
                <a:tc>
                  <a:txBody>
                    <a:bodyPr wrap="square"/>
                    <a:lstStyle/>
                    <a:p>
                      <a:pPr algn="ctr"/>
                      <a:r>
                        <a:rPr sz="1700" b="1">
                          <a:solidFill>
                            <a:srgbClr val="00566C"/>
                          </a:solidFill>
                          <a:latin typeface="Franklin Gothic Medium"/>
                        </a:rPr>
                        <a:t>0,187</a:t>
                      </a:r>
                    </a:p>
                  </a:txBody>
                  <a:tcPr marL="91440" marR="91440" marT="36576" marB="36576" anchor="ctr">
                    <a:lnL w="12700">
                      <a:solidFill>
                        <a:srgbClr val="FFFFFF"/>
                      </a:solidFill>
                    </a:lnL>
                    <a:lnR w="12700">
                      <a:solidFill>
                        <a:srgbClr val="FFFFFF"/>
                      </a:solidFill>
                    </a:lnR>
                    <a:lnT w="12700">
                      <a:solidFill>
                        <a:srgbClr val="FFFFFF"/>
                      </a:solidFill>
                    </a:lnT>
                    <a:lnB w="12700">
                      <a:solidFill>
                        <a:srgbClr val="FFFFFF"/>
                      </a:solidFill>
                    </a:lnB>
                    <a:solidFill>
                      <a:srgbClr val="D6EEF6"/>
                    </a:solidFill>
                  </a:tcPr>
                </a:tc>
                <a:tc>
                  <a:txBody>
                    <a:bodyPr wrap="square"/>
                    <a:lstStyle/>
                    <a:p>
                      <a:pPr algn="ctr"/>
                      <a:r>
                        <a:rPr sz="1700" b="1">
                          <a:solidFill>
                            <a:srgbClr val="00566C"/>
                          </a:solidFill>
                          <a:latin typeface="Franklin Gothic Medium"/>
                        </a:rPr>
                        <a:t>0,306</a:t>
                      </a:r>
                    </a:p>
                  </a:txBody>
                  <a:tcPr marL="91440" marR="91440" marT="36576" marB="36576" anchor="ctr">
                    <a:lnL w="12700">
                      <a:solidFill>
                        <a:srgbClr val="FFFFFF"/>
                      </a:solidFill>
                    </a:lnL>
                    <a:lnR w="12700">
                      <a:solidFill>
                        <a:srgbClr val="FFFFFF"/>
                      </a:solidFill>
                    </a:lnR>
                    <a:lnT w="12700">
                      <a:solidFill>
                        <a:srgbClr val="FFFFFF"/>
                      </a:solidFill>
                    </a:lnT>
                    <a:lnB w="12700">
                      <a:solidFill>
                        <a:srgbClr val="FFFFFF"/>
                      </a:solidFill>
                    </a:lnB>
                    <a:solidFill>
                      <a:srgbClr val="D6EEF6"/>
                    </a:solidFill>
                  </a:tcPr>
                </a:tc>
                <a:tc>
                  <a:txBody>
                    <a:bodyPr wrap="square"/>
                    <a:lstStyle/>
                    <a:p>
                      <a:pPr algn="ctr"/>
                      <a:r>
                        <a:rPr sz="1700" b="1">
                          <a:solidFill>
                            <a:srgbClr val="00566C"/>
                          </a:solidFill>
                          <a:latin typeface="Franklin Gothic Medium"/>
                        </a:rPr>
                        <a:t>699 / 4.133</a:t>
                      </a:r>
                    </a:p>
                  </a:txBody>
                  <a:tcPr marL="91440" marR="91440" marT="36576" marB="36576" anchor="ctr">
                    <a:lnL w="12700">
                      <a:solidFill>
                        <a:srgbClr val="FFFFFF"/>
                      </a:solidFill>
                    </a:lnL>
                    <a:lnR w="12700">
                      <a:solidFill>
                        <a:srgbClr val="FFFFFF"/>
                      </a:solidFill>
                    </a:lnR>
                    <a:lnT w="12700">
                      <a:solidFill>
                        <a:srgbClr val="FFFFFF"/>
                      </a:solidFill>
                    </a:lnT>
                    <a:lnB w="12700">
                      <a:solidFill>
                        <a:srgbClr val="FFFFFF"/>
                      </a:solidFill>
                    </a:lnB>
                    <a:solidFill>
                      <a:srgbClr val="D6EEF6"/>
                    </a:solidFill>
                  </a:tcPr>
                </a:tc>
              </a:tr>
              <a:tr h="603504">
                <a:tc>
                  <a:txBody>
                    <a:bodyPr wrap="square"/>
                    <a:lstStyle/>
                    <a:p>
                      <a:pPr algn="l"/>
                      <a:r>
                        <a:rPr sz="1700" b="1">
                          <a:solidFill>
                            <a:srgbClr val="00566C"/>
                          </a:solidFill>
                          <a:latin typeface="Franklin Gothic Medium"/>
                        </a:rPr>
                        <a:t>Random Forest</a:t>
                      </a:r>
                    </a:p>
                  </a:txBody>
                  <a:tcPr marL="91440" marR="91440" marT="36576" marB="36576" anchor="ctr">
                    <a:lnL w="12700">
                      <a:solidFill>
                        <a:srgbClr val="FFFFFF"/>
                      </a:solidFill>
                    </a:lnL>
                    <a:lnR w="12700">
                      <a:solidFill>
                        <a:srgbClr val="FFFFFF"/>
                      </a:solidFill>
                    </a:lnR>
                    <a:lnT w="12700">
                      <a:solidFill>
                        <a:srgbClr val="FFFFFF"/>
                      </a:solidFill>
                    </a:lnT>
                    <a:lnB w="12700">
                      <a:solidFill>
                        <a:srgbClr val="FFFFFF"/>
                      </a:solidFill>
                    </a:lnB>
                    <a:solidFill>
                      <a:srgbClr val="F2F2F5"/>
                    </a:solidFill>
                  </a:tcPr>
                </a:tc>
                <a:tc>
                  <a:txBody>
                    <a:bodyPr wrap="square"/>
                    <a:lstStyle/>
                    <a:p>
                      <a:pPr algn="ctr"/>
                      <a:r>
                        <a:rPr sz="1700" b="0">
                          <a:solidFill>
                            <a:srgbClr val="3C3C48"/>
                          </a:solidFill>
                          <a:latin typeface="Franklin Gothic Book"/>
                        </a:rPr>
                        <a:t>ULB</a:t>
                      </a:r>
                    </a:p>
                  </a:txBody>
                  <a:tcPr marL="91440" marR="91440" marT="36576" marB="36576" anchor="ctr">
                    <a:lnL w="12700">
                      <a:solidFill>
                        <a:srgbClr val="FFFFFF"/>
                      </a:solidFill>
                    </a:lnL>
                    <a:lnR w="12700">
                      <a:solidFill>
                        <a:srgbClr val="FFFFFF"/>
                      </a:solidFill>
                    </a:lnR>
                    <a:lnT w="12700">
                      <a:solidFill>
                        <a:srgbClr val="FFFFFF"/>
                      </a:solidFill>
                    </a:lnT>
                    <a:lnB w="12700">
                      <a:solidFill>
                        <a:srgbClr val="FFFFFF"/>
                      </a:solidFill>
                    </a:lnB>
                    <a:solidFill>
                      <a:srgbClr val="F2F2F5"/>
                    </a:solidFill>
                  </a:tcPr>
                </a:tc>
                <a:tc>
                  <a:txBody>
                    <a:bodyPr wrap="square"/>
                    <a:lstStyle/>
                    <a:p>
                      <a:pPr algn="ctr"/>
                      <a:r>
                        <a:rPr sz="1700" b="0">
                          <a:solidFill>
                            <a:srgbClr val="3C3C48"/>
                          </a:solidFill>
                          <a:latin typeface="Franklin Gothic Book"/>
                        </a:rPr>
                        <a:t>0,876</a:t>
                      </a:r>
                    </a:p>
                  </a:txBody>
                  <a:tcPr marL="91440" marR="91440" marT="36576" marB="36576" anchor="ctr">
                    <a:lnL w="12700">
                      <a:solidFill>
                        <a:srgbClr val="FFFFFF"/>
                      </a:solidFill>
                    </a:lnL>
                    <a:lnR w="12700">
                      <a:solidFill>
                        <a:srgbClr val="FFFFFF"/>
                      </a:solidFill>
                    </a:lnR>
                    <a:lnT w="12700">
                      <a:solidFill>
                        <a:srgbClr val="FFFFFF"/>
                      </a:solidFill>
                    </a:lnT>
                    <a:lnB w="12700">
                      <a:solidFill>
                        <a:srgbClr val="FFFFFF"/>
                      </a:solidFill>
                    </a:lnB>
                    <a:solidFill>
                      <a:srgbClr val="F2F2F5"/>
                    </a:solidFill>
                  </a:tcPr>
                </a:tc>
                <a:tc>
                  <a:txBody>
                    <a:bodyPr wrap="square"/>
                    <a:lstStyle/>
                    <a:p>
                      <a:pPr algn="ctr"/>
                      <a:r>
                        <a:rPr sz="1700" b="0">
                          <a:solidFill>
                            <a:srgbClr val="3C3C48"/>
                          </a:solidFill>
                          <a:latin typeface="Franklin Gothic Book"/>
                        </a:rPr>
                        <a:t>0,967</a:t>
                      </a:r>
                    </a:p>
                  </a:txBody>
                  <a:tcPr marL="91440" marR="91440" marT="36576" marB="36576" anchor="ctr">
                    <a:lnL w="12700">
                      <a:solidFill>
                        <a:srgbClr val="FFFFFF"/>
                      </a:solidFill>
                    </a:lnL>
                    <a:lnR w="12700">
                      <a:solidFill>
                        <a:srgbClr val="FFFFFF"/>
                      </a:solidFill>
                    </a:lnR>
                    <a:lnT w="12700">
                      <a:solidFill>
                        <a:srgbClr val="FFFFFF"/>
                      </a:solidFill>
                    </a:lnT>
                    <a:lnB w="12700">
                      <a:solidFill>
                        <a:srgbClr val="FFFFFF"/>
                      </a:solidFill>
                    </a:lnB>
                    <a:solidFill>
                      <a:srgbClr val="F2F2F5"/>
                    </a:solidFill>
                  </a:tcPr>
                </a:tc>
                <a:tc>
                  <a:txBody>
                    <a:bodyPr wrap="square"/>
                    <a:lstStyle/>
                    <a:p>
                      <a:pPr algn="ctr"/>
                      <a:r>
                        <a:rPr sz="1700" b="0">
                          <a:solidFill>
                            <a:srgbClr val="3C3C48"/>
                          </a:solidFill>
                          <a:latin typeface="Franklin Gothic Book"/>
                        </a:rPr>
                        <a:t>0,837</a:t>
                      </a:r>
                    </a:p>
                  </a:txBody>
                  <a:tcPr marL="91440" marR="91440" marT="36576" marB="36576" anchor="ctr">
                    <a:lnL w="12700">
                      <a:solidFill>
                        <a:srgbClr val="FFFFFF"/>
                      </a:solidFill>
                    </a:lnL>
                    <a:lnR w="12700">
                      <a:solidFill>
                        <a:srgbClr val="FFFFFF"/>
                      </a:solidFill>
                    </a:lnR>
                    <a:lnT w="12700">
                      <a:solidFill>
                        <a:srgbClr val="FFFFFF"/>
                      </a:solidFill>
                    </a:lnT>
                    <a:lnB w="12700">
                      <a:solidFill>
                        <a:srgbClr val="FFFFFF"/>
                      </a:solidFill>
                    </a:lnB>
                    <a:solidFill>
                      <a:srgbClr val="F2F2F5"/>
                    </a:solidFill>
                  </a:tcPr>
                </a:tc>
                <a:tc>
                  <a:txBody>
                    <a:bodyPr wrap="square"/>
                    <a:lstStyle/>
                    <a:p>
                      <a:pPr algn="ctr"/>
                      <a:r>
                        <a:rPr sz="1700" b="0">
                          <a:solidFill>
                            <a:srgbClr val="3C3C48"/>
                          </a:solidFill>
                          <a:latin typeface="Franklin Gothic Book"/>
                        </a:rPr>
                        <a:t>0,854</a:t>
                      </a:r>
                    </a:p>
                  </a:txBody>
                  <a:tcPr marL="91440" marR="91440" marT="36576" marB="36576" anchor="ctr">
                    <a:lnL w="12700">
                      <a:solidFill>
                        <a:srgbClr val="FFFFFF"/>
                      </a:solidFill>
                    </a:lnL>
                    <a:lnR w="12700">
                      <a:solidFill>
                        <a:srgbClr val="FFFFFF"/>
                      </a:solidFill>
                    </a:lnR>
                    <a:lnT w="12700">
                      <a:solidFill>
                        <a:srgbClr val="FFFFFF"/>
                      </a:solidFill>
                    </a:lnT>
                    <a:lnB w="12700">
                      <a:solidFill>
                        <a:srgbClr val="FFFFFF"/>
                      </a:solidFill>
                    </a:lnB>
                    <a:solidFill>
                      <a:srgbClr val="F2F2F5"/>
                    </a:solidFill>
                  </a:tcPr>
                </a:tc>
                <a:tc>
                  <a:txBody>
                    <a:bodyPr wrap="square"/>
                    <a:lstStyle/>
                    <a:p>
                      <a:pPr algn="ctr"/>
                      <a:r>
                        <a:rPr sz="1700" b="0">
                          <a:solidFill>
                            <a:srgbClr val="3C3C48"/>
                          </a:solidFill>
                          <a:latin typeface="Franklin Gothic Book"/>
                        </a:rPr>
                        <a:t>0,845</a:t>
                      </a:r>
                    </a:p>
                  </a:txBody>
                  <a:tcPr marL="91440" marR="91440" marT="36576" marB="36576" anchor="ctr">
                    <a:lnL w="12700">
                      <a:solidFill>
                        <a:srgbClr val="FFFFFF"/>
                      </a:solidFill>
                    </a:lnL>
                    <a:lnR w="12700">
                      <a:solidFill>
                        <a:srgbClr val="FFFFFF"/>
                      </a:solidFill>
                    </a:lnR>
                    <a:lnT w="12700">
                      <a:solidFill>
                        <a:srgbClr val="FFFFFF"/>
                      </a:solidFill>
                    </a:lnT>
                    <a:lnB w="12700">
                      <a:solidFill>
                        <a:srgbClr val="FFFFFF"/>
                      </a:solidFill>
                    </a:lnB>
                    <a:solidFill>
                      <a:srgbClr val="F2F2F5"/>
                    </a:solidFill>
                  </a:tcPr>
                </a:tc>
                <a:tc>
                  <a:txBody>
                    <a:bodyPr wrap="square"/>
                    <a:lstStyle/>
                    <a:p>
                      <a:pPr algn="ctr"/>
                      <a:r>
                        <a:rPr sz="1700" b="0">
                          <a:solidFill>
                            <a:srgbClr val="3C3C48"/>
                          </a:solidFill>
                          <a:latin typeface="Franklin Gothic Book"/>
                        </a:rPr>
                        <a:t>16 / 98</a:t>
                      </a:r>
                    </a:p>
                  </a:txBody>
                  <a:tcPr marL="91440" marR="91440" marT="36576" marB="36576" anchor="ctr">
                    <a:lnL w="12700">
                      <a:solidFill>
                        <a:srgbClr val="FFFFFF"/>
                      </a:solidFill>
                    </a:lnL>
                    <a:lnR w="12700">
                      <a:solidFill>
                        <a:srgbClr val="FFFFFF"/>
                      </a:solidFill>
                    </a:lnR>
                    <a:lnT w="12700">
                      <a:solidFill>
                        <a:srgbClr val="FFFFFF"/>
                      </a:solidFill>
                    </a:lnT>
                    <a:lnB w="12700">
                      <a:solidFill>
                        <a:srgbClr val="FFFFFF"/>
                      </a:solidFill>
                    </a:lnB>
                    <a:solidFill>
                      <a:srgbClr val="F2F2F5"/>
                    </a:solidFill>
                  </a:tcPr>
                </a:tc>
              </a:tr>
              <a:tr h="603504">
                <a:tc>
                  <a:txBody>
                    <a:bodyPr wrap="square"/>
                    <a:lstStyle/>
                    <a:p>
                      <a:pPr algn="l"/>
                      <a:r>
                        <a:rPr sz="1700" b="1">
                          <a:solidFill>
                            <a:srgbClr val="00566C"/>
                          </a:solidFill>
                          <a:latin typeface="Franklin Gothic Medium"/>
                        </a:rPr>
                        <a:t>Random Forest</a:t>
                      </a:r>
                    </a:p>
                  </a:txBody>
                  <a:tcPr marL="91440" marR="91440" marT="36576" marB="36576" anchor="ctr">
                    <a:lnL w="12700">
                      <a:solidFill>
                        <a:srgbClr val="FFFFFF"/>
                      </a:solidFill>
                    </a:lnL>
                    <a:lnR w="12700">
                      <a:solidFill>
                        <a:srgbClr val="FFFFFF"/>
                      </a:solidFill>
                    </a:lnR>
                    <a:lnT w="12700">
                      <a:solidFill>
                        <a:srgbClr val="FFFFFF"/>
                      </a:solidFill>
                    </a:lnT>
                    <a:lnB w="12700">
                      <a:solidFill>
                        <a:srgbClr val="FFFFFF"/>
                      </a:solidFill>
                    </a:lnB>
                    <a:solidFill>
                      <a:srgbClr val="D6EEF6"/>
                    </a:solidFill>
                  </a:tcPr>
                </a:tc>
                <a:tc>
                  <a:txBody>
                    <a:bodyPr wrap="square"/>
                    <a:lstStyle/>
                    <a:p>
                      <a:pPr algn="ctr"/>
                      <a:r>
                        <a:rPr sz="1700" b="1">
                          <a:solidFill>
                            <a:srgbClr val="00566C"/>
                          </a:solidFill>
                          <a:latin typeface="Franklin Gothic Medium"/>
                        </a:rPr>
                        <a:t>IEEE-CIS</a:t>
                      </a:r>
                    </a:p>
                  </a:txBody>
                  <a:tcPr marL="91440" marR="91440" marT="36576" marB="36576" anchor="ctr">
                    <a:lnL w="12700">
                      <a:solidFill>
                        <a:srgbClr val="FFFFFF"/>
                      </a:solidFill>
                    </a:lnL>
                    <a:lnR w="12700">
                      <a:solidFill>
                        <a:srgbClr val="FFFFFF"/>
                      </a:solidFill>
                    </a:lnR>
                    <a:lnT w="12700">
                      <a:solidFill>
                        <a:srgbClr val="FFFFFF"/>
                      </a:solidFill>
                    </a:lnT>
                    <a:lnB w="12700">
                      <a:solidFill>
                        <a:srgbClr val="FFFFFF"/>
                      </a:solidFill>
                    </a:lnB>
                    <a:solidFill>
                      <a:srgbClr val="D6EEF6"/>
                    </a:solidFill>
                  </a:tcPr>
                </a:tc>
                <a:tc>
                  <a:txBody>
                    <a:bodyPr wrap="square"/>
                    <a:lstStyle/>
                    <a:p>
                      <a:pPr algn="ctr"/>
                      <a:r>
                        <a:rPr sz="1700" b="1">
                          <a:solidFill>
                            <a:srgbClr val="00566C"/>
                          </a:solidFill>
                          <a:latin typeface="Franklin Gothic Medium"/>
                        </a:rPr>
                        <a:t>0,624</a:t>
                      </a:r>
                    </a:p>
                  </a:txBody>
                  <a:tcPr marL="91440" marR="91440" marT="36576" marB="36576" anchor="ctr">
                    <a:lnL w="12700">
                      <a:solidFill>
                        <a:srgbClr val="FFFFFF"/>
                      </a:solidFill>
                    </a:lnL>
                    <a:lnR w="12700">
                      <a:solidFill>
                        <a:srgbClr val="FFFFFF"/>
                      </a:solidFill>
                    </a:lnR>
                    <a:lnT w="12700">
                      <a:solidFill>
                        <a:srgbClr val="FFFFFF"/>
                      </a:solidFill>
                    </a:lnT>
                    <a:lnB w="12700">
                      <a:solidFill>
                        <a:srgbClr val="FFFFFF"/>
                      </a:solidFill>
                    </a:lnB>
                    <a:solidFill>
                      <a:srgbClr val="D6EEF6"/>
                    </a:solidFill>
                  </a:tcPr>
                </a:tc>
                <a:tc>
                  <a:txBody>
                    <a:bodyPr wrap="square"/>
                    <a:lstStyle/>
                    <a:p>
                      <a:pPr algn="ctr"/>
                      <a:r>
                        <a:rPr sz="1700" b="1">
                          <a:solidFill>
                            <a:srgbClr val="00566C"/>
                          </a:solidFill>
                          <a:latin typeface="Franklin Gothic Medium"/>
                        </a:rPr>
                        <a:t>0,911</a:t>
                      </a:r>
                    </a:p>
                  </a:txBody>
                  <a:tcPr marL="91440" marR="91440" marT="36576" marB="36576" anchor="ctr">
                    <a:lnL w="12700">
                      <a:solidFill>
                        <a:srgbClr val="FFFFFF"/>
                      </a:solidFill>
                    </a:lnL>
                    <a:lnR w="12700">
                      <a:solidFill>
                        <a:srgbClr val="FFFFFF"/>
                      </a:solidFill>
                    </a:lnR>
                    <a:lnT w="12700">
                      <a:solidFill>
                        <a:srgbClr val="FFFFFF"/>
                      </a:solidFill>
                    </a:lnT>
                    <a:lnB w="12700">
                      <a:solidFill>
                        <a:srgbClr val="FFFFFF"/>
                      </a:solidFill>
                    </a:lnB>
                    <a:solidFill>
                      <a:srgbClr val="D6EEF6"/>
                    </a:solidFill>
                  </a:tcPr>
                </a:tc>
                <a:tc>
                  <a:txBody>
                    <a:bodyPr wrap="square"/>
                    <a:lstStyle/>
                    <a:p>
                      <a:pPr algn="ctr"/>
                      <a:r>
                        <a:rPr sz="1700" b="1">
                          <a:solidFill>
                            <a:srgbClr val="00566C"/>
                          </a:solidFill>
                          <a:latin typeface="Franklin Gothic Medium"/>
                        </a:rPr>
                        <a:t>0,445</a:t>
                      </a:r>
                    </a:p>
                  </a:txBody>
                  <a:tcPr marL="91440" marR="91440" marT="36576" marB="36576" anchor="ctr">
                    <a:lnL w="12700">
                      <a:solidFill>
                        <a:srgbClr val="FFFFFF"/>
                      </a:solidFill>
                    </a:lnL>
                    <a:lnR w="12700">
                      <a:solidFill>
                        <a:srgbClr val="FFFFFF"/>
                      </a:solidFill>
                    </a:lnR>
                    <a:lnT w="12700">
                      <a:solidFill>
                        <a:srgbClr val="FFFFFF"/>
                      </a:solidFill>
                    </a:lnT>
                    <a:lnB w="12700">
                      <a:solidFill>
                        <a:srgbClr val="FFFFFF"/>
                      </a:solidFill>
                    </a:lnB>
                    <a:solidFill>
                      <a:srgbClr val="D6EEF6"/>
                    </a:solidFill>
                  </a:tcPr>
                </a:tc>
                <a:tc>
                  <a:txBody>
                    <a:bodyPr wrap="square"/>
                    <a:lstStyle/>
                    <a:p>
                      <a:pPr algn="ctr"/>
                      <a:r>
                        <a:rPr sz="1700" b="1">
                          <a:solidFill>
                            <a:srgbClr val="00566C"/>
                          </a:solidFill>
                          <a:latin typeface="Franklin Gothic Medium"/>
                        </a:rPr>
                        <a:t>0,852</a:t>
                      </a:r>
                    </a:p>
                  </a:txBody>
                  <a:tcPr marL="91440" marR="91440" marT="36576" marB="36576" anchor="ctr">
                    <a:lnL w="12700">
                      <a:solidFill>
                        <a:srgbClr val="FFFFFF"/>
                      </a:solidFill>
                    </a:lnL>
                    <a:lnR w="12700">
                      <a:solidFill>
                        <a:srgbClr val="FFFFFF"/>
                      </a:solidFill>
                    </a:lnR>
                    <a:lnT w="12700">
                      <a:solidFill>
                        <a:srgbClr val="FFFFFF"/>
                      </a:solidFill>
                    </a:lnT>
                    <a:lnB w="12700">
                      <a:solidFill>
                        <a:srgbClr val="FFFFFF"/>
                      </a:solidFill>
                    </a:lnB>
                    <a:solidFill>
                      <a:srgbClr val="D6EEF6"/>
                    </a:solidFill>
                  </a:tcPr>
                </a:tc>
                <a:tc>
                  <a:txBody>
                    <a:bodyPr wrap="square"/>
                    <a:lstStyle/>
                    <a:p>
                      <a:pPr algn="ctr"/>
                      <a:r>
                        <a:rPr sz="1700" b="1">
                          <a:solidFill>
                            <a:srgbClr val="00566C"/>
                          </a:solidFill>
                          <a:latin typeface="Franklin Gothic Medium"/>
                        </a:rPr>
                        <a:t>0,584</a:t>
                      </a:r>
                    </a:p>
                  </a:txBody>
                  <a:tcPr marL="91440" marR="91440" marT="36576" marB="36576" anchor="ctr">
                    <a:lnL w="12700">
                      <a:solidFill>
                        <a:srgbClr val="FFFFFF"/>
                      </a:solidFill>
                    </a:lnL>
                    <a:lnR w="12700">
                      <a:solidFill>
                        <a:srgbClr val="FFFFFF"/>
                      </a:solidFill>
                    </a:lnR>
                    <a:lnT w="12700">
                      <a:solidFill>
                        <a:srgbClr val="FFFFFF"/>
                      </a:solidFill>
                    </a:lnT>
                    <a:lnB w="12700">
                      <a:solidFill>
                        <a:srgbClr val="FFFFFF"/>
                      </a:solidFill>
                    </a:lnB>
                    <a:solidFill>
                      <a:srgbClr val="D6EEF6"/>
                    </a:solidFill>
                  </a:tcPr>
                </a:tc>
                <a:tc>
                  <a:txBody>
                    <a:bodyPr wrap="square"/>
                    <a:lstStyle/>
                    <a:p>
                      <a:pPr algn="ctr"/>
                      <a:r>
                        <a:rPr sz="1700" b="1">
                          <a:solidFill>
                            <a:srgbClr val="00566C"/>
                          </a:solidFill>
                          <a:latin typeface="Franklin Gothic Medium"/>
                        </a:rPr>
                        <a:t>2.296 / 4.133</a:t>
                      </a:r>
                    </a:p>
                  </a:txBody>
                  <a:tcPr marL="91440" marR="91440" marT="36576" marB="36576" anchor="ctr">
                    <a:lnL w="12700">
                      <a:solidFill>
                        <a:srgbClr val="FFFFFF"/>
                      </a:solidFill>
                    </a:lnL>
                    <a:lnR w="12700">
                      <a:solidFill>
                        <a:srgbClr val="FFFFFF"/>
                      </a:solidFill>
                    </a:lnR>
                    <a:lnT w="12700">
                      <a:solidFill>
                        <a:srgbClr val="FFFFFF"/>
                      </a:solidFill>
                    </a:lnT>
                    <a:lnB w="12700">
                      <a:solidFill>
                        <a:srgbClr val="FFFFFF"/>
                      </a:solidFill>
                    </a:lnB>
                    <a:solidFill>
                      <a:srgbClr val="D6EEF6"/>
                    </a:solidFill>
                  </a:tcPr>
                </a:tc>
              </a:tr>
            </a:tbl>
          </a:graphicData>
        </a:graphic>
      </p:graphicFrame>
      <p:sp>
        <p:nvSpPr>
          <p:cNvPr id="17469" name="TextBox 17468"/>
          <p:cNvSpPr txBox="1"/>
          <p:nvPr/>
        </p:nvSpPr>
        <p:spPr>
          <a:xfrm>
            <a:off x="914400" y="5486400"/>
            <a:ext cx="8229600" cy="3474720"/>
          </a:xfrm>
          <a:prstGeom prst="rect">
            <a:avLst/>
          </a:prstGeom>
          <a:noFill/>
        </p:spPr>
        <p:txBody>
          <a:bodyPr wrap="square" anchor="t" lIns="45720" rIns="45720" tIns="27432" bIns="27432">
            <a:spAutoFit/>
          </a:bodyPr>
          <a:lstStyle/>
          <a:p>
            <a:pPr algn="l" marL="274320" indent="-274320">
              <a:spcAft>
                <a:spcPts val="1200"/>
              </a:spcAft>
              <a:buClr>
                <a:srgbClr val="219BC3"/>
              </a:buClr>
              <a:buFont typeface="Arial"/>
              <a:buChar char="•"/>
            </a:pPr>
            <a:r>
              <a:rPr sz="1700" b="1">
                <a:solidFill>
                  <a:srgbClr val="00566C"/>
                </a:solidFill>
                <a:latin typeface="Franklin Gothic Book"/>
              </a:rPr>
              <a:t>Ranking invertido: </a:t>
            </a:r>
            <a:r>
              <a:rPr sz="1700" b="0">
                <a:solidFill>
                  <a:srgbClr val="3C3C48"/>
                </a:solidFill>
                <a:latin typeface="Franklin Gothic Book"/>
              </a:rPr>
              <a:t>en IEEE-CIS Random Forest (0,624) supera a XGBoost (0,614).</a:t>
            </a:r>
          </a:p>
          <a:p>
            <a:pPr algn="l" marL="274320" indent="-274320">
              <a:spcAft>
                <a:spcPts val="1200"/>
              </a:spcAft>
              <a:buClr>
                <a:srgbClr val="219BC3"/>
              </a:buClr>
              <a:buFont typeface="Arial"/>
              <a:buChar char="•"/>
            </a:pPr>
            <a:r>
              <a:rPr sz="1700" b="1">
                <a:solidFill>
                  <a:srgbClr val="00566C"/>
                </a:solidFill>
                <a:latin typeface="Franklin Gothic Book"/>
              </a:rPr>
              <a:t>Perfiles opuestos: </a:t>
            </a:r>
            <a:r>
              <a:rPr sz="1700" b="0">
                <a:solidFill>
                  <a:srgbClr val="3C3C48"/>
                </a:solidFill>
                <a:latin typeface="Franklin Gothic Book"/>
              </a:rPr>
              <a:t>XGBoost detecta más fraude pero con 14.915 falsas alarmas; RF es preciso pero deja escapar 2.296 fraudes.</a:t>
            </a:r>
          </a:p>
        </p:txBody>
      </p:sp>
      <p:sp>
        <p:nvSpPr>
          <p:cNvPr id="17470" name="TextBox 17469"/>
          <p:cNvSpPr txBox="1"/>
          <p:nvPr/>
        </p:nvSpPr>
        <p:spPr>
          <a:xfrm>
            <a:off x="9326880" y="5486400"/>
            <a:ext cx="8046720" cy="3474720"/>
          </a:xfrm>
          <a:prstGeom prst="rect">
            <a:avLst/>
          </a:prstGeom>
          <a:noFill/>
        </p:spPr>
        <p:txBody>
          <a:bodyPr wrap="square" anchor="t" lIns="45720" rIns="45720" tIns="27432" bIns="27432">
            <a:spAutoFit/>
          </a:bodyPr>
          <a:lstStyle/>
          <a:p>
            <a:pPr algn="l" marL="274320" indent="-274320">
              <a:spcAft>
                <a:spcPts val="1200"/>
              </a:spcAft>
              <a:buClr>
                <a:srgbClr val="219BC3"/>
              </a:buClr>
              <a:buFont typeface="Arial"/>
              <a:buChar char="•"/>
            </a:pPr>
            <a:r>
              <a:rPr sz="1700" b="1">
                <a:solidFill>
                  <a:srgbClr val="00566C"/>
                </a:solidFill>
                <a:latin typeface="Franklin Gothic Book"/>
              </a:rPr>
              <a:t>AUC-ROC apenas cae (≈ −0,03) </a:t>
            </a:r>
            <a:r>
              <a:rPr sz="1700" b="0">
                <a:solidFill>
                  <a:srgbClr val="3C3C48"/>
                </a:solidFill>
                <a:latin typeface="Franklin Gothic Book"/>
              </a:rPr>
              <a:t>mientras AUC-PR cae ≈ −0,26: confirma por qué AUC-PR es la métrica principal.</a:t>
            </a:r>
          </a:p>
          <a:p>
            <a:pPr algn="l" marL="274320" indent="-274320">
              <a:spcAft>
                <a:spcPts val="1200"/>
              </a:spcAft>
              <a:buClr>
                <a:srgbClr val="219BC3"/>
              </a:buClr>
              <a:buFont typeface="Arial"/>
              <a:buChar char="•"/>
            </a:pPr>
            <a:r>
              <a:rPr sz="1700" b="1">
                <a:solidFill>
                  <a:srgbClr val="00566C"/>
                </a:solidFill>
                <a:latin typeface="Franklin Gothic Book"/>
              </a:rPr>
              <a:t>Escenarios A y B idénticos: </a:t>
            </a:r>
            <a:r>
              <a:rPr sz="1700" b="0">
                <a:solidFill>
                  <a:srgbClr val="3C3C48"/>
                </a:solidFill>
                <a:latin typeface="Franklin Gothic Book"/>
              </a:rPr>
              <a:t>el GridSearch converge a la configuración heredada. Lectura prudente: tasas base distintas (0,17 % vs 3,5 %).</a:t>
            </a:r>
          </a:p>
        </p:txBody>
      </p:sp>
    </p:spTree>
  </p:cSld>
  <p:clrMapOvr>
    <a:masterClrMapping/>
  </p:clrMapOvr>
  <p:transition spd="med">
    <p:fade/>
  </p:transition>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59CF4AC-0242-C393-575C-E8973F634D3B}"/>
              </a:ext>
            </a:extLst>
          </p:cNvPr>
          <p:cNvSpPr>
            <a:spLocks noGrp="1"/>
          </p:cNvSpPr>
          <p:nvPr>
            <p:ph type="title"/>
          </p:nvPr>
        </p:nvSpPr>
        <p:spPr>
          <a:xfrm>
            <a:off x="876300" y="571500"/>
            <a:ext cx="16002000" cy="1322388"/>
          </a:xfrm>
        </p:spPr>
        <p:txBody>
          <a:bodyPr/>
          <a:lstStyle/>
          <a:p>
            <a:pPr defTabSz="1371408" eaLnBrk="1" fontAlgn="auto" hangingPunct="1">
              <a:spcAft>
                <a:spcPts val="0"/>
              </a:spcAft>
              <a:defRPr/>
            </a:pPr>
            <a:r>
              <a:rPr lang="es-ES_tradnl">
                <a:solidFill>
                  <a:schemeClr val="accent1"/>
                </a:solidFill>
              </a:rPr>
              <a:t>04 Conclusiones</a:t>
            </a:r>
            <a:br>
              <a:rPr lang="es-ES_tradnl"/>
            </a:br>
            <a:r>
              <a:rPr lang="es-ES_tradnl">
                <a:solidFill>
                  <a:srgbClr val="00566C"/>
                </a:solidFill>
              </a:rPr>
              <a:t>Conclusiones</a:t>
            </a:r>
          </a:p>
        </p:txBody>
      </p:sp>
      <p:grpSp>
        <p:nvGrpSpPr>
          <p:cNvPr id="13315" name="Group 58">
            <a:extLst>
              <a:ext uri="{FF2B5EF4-FFF2-40B4-BE49-F238E27FC236}">
                <a16:creationId xmlns:a16="http://schemas.microsoft.com/office/drawing/2014/main" id="{8EAC4C2E-375E-A813-1C5C-076610D972CE}"/>
              </a:ext>
            </a:extLst>
          </p:cNvPr>
          <p:cNvGrpSpPr>
            <a:grpSpLocks/>
          </p:cNvGrpSpPr>
          <p:nvPr/>
        </p:nvGrpSpPr>
        <p:grpSpPr bwMode="auto">
          <a:xfrm>
            <a:off x="1370013" y="2933700"/>
            <a:ext cx="3694112" cy="4989513"/>
            <a:chOff x="1369272" y="3290036"/>
            <a:chExt cx="3694493" cy="4989964"/>
          </a:xfrm>
        </p:grpSpPr>
        <p:sp>
          <p:nvSpPr>
            <p:cNvPr id="42" name="TextBox 41">
              <a:extLst>
                <a:ext uri="{FF2B5EF4-FFF2-40B4-BE49-F238E27FC236}">
                  <a16:creationId xmlns:a16="http://schemas.microsoft.com/office/drawing/2014/main" id="{2610A3DA-FB22-367C-6E60-7F5E2B729E57}"/>
                </a:ext>
              </a:extLst>
            </p:cNvPr>
            <p:cNvSpPr txBox="1"/>
            <p:nvPr/>
          </p:nvSpPr>
          <p:spPr>
            <a:xfrm>
              <a:off x="1369272" y="4104498"/>
              <a:ext cx="3694493" cy="646170"/>
            </a:xfrm>
            <a:prstGeom prst="rect">
              <a:avLst/>
            </a:prstGeom>
            <a:noFill/>
          </p:spPr>
          <p:txBody>
            <a:bodyPr>
              <a:spAutoFit/>
            </a:bodyPr>
            <a:lstStyle/>
            <a:p>
              <a:pPr defTabSz="1371408" eaLnBrk="1" fontAlgn="auto" hangingPunct="1">
                <a:spcBef>
                  <a:spcPts val="0"/>
                </a:spcBef>
                <a:spcAft>
                  <a:spcPts val="0"/>
                </a:spcAft>
                <a:defRPr/>
              </a:pPr>
              <a:r>
                <a:rPr lang="es-ES_tradnl" sz="2600" err="1">
                  <a:solidFill>
                    <a:schemeClr val="accent1"/>
                  </a:solidFill>
                  <a:latin typeface="+mj-lt"/>
                </a:rPr>
                <a:t>Mejor modelo</a:t>
              </a:r>
            </a:p>
          </p:txBody>
        </p:sp>
        <p:sp>
          <p:nvSpPr>
            <p:cNvPr id="13328" name="Freeform 122">
              <a:extLst>
                <a:ext uri="{FF2B5EF4-FFF2-40B4-BE49-F238E27FC236}">
                  <a16:creationId xmlns:a16="http://schemas.microsoft.com/office/drawing/2014/main" id="{89097637-F475-2103-1769-02A34896FD2E}"/>
                </a:ext>
              </a:extLst>
            </p:cNvPr>
            <p:cNvSpPr>
              <a:spLocks noEditPoints="1"/>
            </p:cNvSpPr>
            <p:nvPr/>
          </p:nvSpPr>
          <p:spPr bwMode="auto">
            <a:xfrm>
              <a:off x="1369272" y="3290036"/>
              <a:ext cx="628506" cy="628506"/>
            </a:xfrm>
            <a:custGeom>
              <a:avLst/>
              <a:gdLst>
                <a:gd name="T0" fmla="*/ 2147483646 w 176"/>
                <a:gd name="T1" fmla="*/ 663127396 h 176"/>
                <a:gd name="T2" fmla="*/ 2147483646 w 176"/>
                <a:gd name="T3" fmla="*/ 637622908 h 176"/>
                <a:gd name="T4" fmla="*/ 2147483646 w 176"/>
                <a:gd name="T5" fmla="*/ 637622908 h 176"/>
                <a:gd name="T6" fmla="*/ 2147483646 w 176"/>
                <a:gd name="T7" fmla="*/ 624870664 h 176"/>
                <a:gd name="T8" fmla="*/ 2147483646 w 176"/>
                <a:gd name="T9" fmla="*/ 624870664 h 176"/>
                <a:gd name="T10" fmla="*/ 1619559972 w 176"/>
                <a:gd name="T11" fmla="*/ 25504488 h 176"/>
                <a:gd name="T12" fmla="*/ 1619559972 w 176"/>
                <a:gd name="T13" fmla="*/ 25504488 h 176"/>
                <a:gd name="T14" fmla="*/ 1581303241 w 176"/>
                <a:gd name="T15" fmla="*/ 0 h 176"/>
                <a:gd name="T16" fmla="*/ 663127396 w 176"/>
                <a:gd name="T17" fmla="*/ 0 h 176"/>
                <a:gd name="T18" fmla="*/ 624870664 w 176"/>
                <a:gd name="T19" fmla="*/ 25504488 h 176"/>
                <a:gd name="T20" fmla="*/ 624870664 w 176"/>
                <a:gd name="T21" fmla="*/ 25504488 h 176"/>
                <a:gd name="T22" fmla="*/ 12752244 w 176"/>
                <a:gd name="T23" fmla="*/ 624870664 h 176"/>
                <a:gd name="T24" fmla="*/ 12752244 w 176"/>
                <a:gd name="T25" fmla="*/ 624870664 h 176"/>
                <a:gd name="T26" fmla="*/ 12752244 w 176"/>
                <a:gd name="T27" fmla="*/ 637622908 h 176"/>
                <a:gd name="T28" fmla="*/ 12752244 w 176"/>
                <a:gd name="T29" fmla="*/ 637622908 h 176"/>
                <a:gd name="T30" fmla="*/ 0 w 176"/>
                <a:gd name="T31" fmla="*/ 663127396 h 176"/>
                <a:gd name="T32" fmla="*/ 12752244 w 176"/>
                <a:gd name="T33" fmla="*/ 688631884 h 176"/>
                <a:gd name="T34" fmla="*/ 12752244 w 176"/>
                <a:gd name="T35" fmla="*/ 701384128 h 176"/>
                <a:gd name="T36" fmla="*/ 1083958587 w 176"/>
                <a:gd name="T37" fmla="*/ 2147483646 h 176"/>
                <a:gd name="T38" fmla="*/ 1083958587 w 176"/>
                <a:gd name="T39" fmla="*/ 2147483646 h 176"/>
                <a:gd name="T40" fmla="*/ 1122215318 w 176"/>
                <a:gd name="T41" fmla="*/ 2147483646 h 176"/>
                <a:gd name="T42" fmla="*/ 1160472050 w 176"/>
                <a:gd name="T43" fmla="*/ 2147483646 h 176"/>
                <a:gd name="T44" fmla="*/ 1160472050 w 176"/>
                <a:gd name="T45" fmla="*/ 2147483646 h 176"/>
                <a:gd name="T46" fmla="*/ 2147483646 w 176"/>
                <a:gd name="T47" fmla="*/ 701384128 h 176"/>
                <a:gd name="T48" fmla="*/ 2147483646 w 176"/>
                <a:gd name="T49" fmla="*/ 688631884 h 176"/>
                <a:gd name="T50" fmla="*/ 2147483646 w 176"/>
                <a:gd name="T51" fmla="*/ 663127396 h 176"/>
                <a:gd name="T52" fmla="*/ 1555798753 w 176"/>
                <a:gd name="T53" fmla="*/ 102017951 h 176"/>
                <a:gd name="T54" fmla="*/ 2065895651 w 176"/>
                <a:gd name="T55" fmla="*/ 612118420 h 176"/>
                <a:gd name="T56" fmla="*/ 1606807729 w 176"/>
                <a:gd name="T57" fmla="*/ 612118420 h 176"/>
                <a:gd name="T58" fmla="*/ 1351759280 w 176"/>
                <a:gd name="T59" fmla="*/ 102017951 h 176"/>
                <a:gd name="T60" fmla="*/ 1555798753 w 176"/>
                <a:gd name="T61" fmla="*/ 102017951 h 176"/>
                <a:gd name="T62" fmla="*/ 1249741328 w 176"/>
                <a:gd name="T63" fmla="*/ 102017951 h 176"/>
                <a:gd name="T64" fmla="*/ 1504789777 w 176"/>
                <a:gd name="T65" fmla="*/ 612118420 h 176"/>
                <a:gd name="T66" fmla="*/ 739640859 w 176"/>
                <a:gd name="T67" fmla="*/ 612118420 h 176"/>
                <a:gd name="T68" fmla="*/ 994689308 w 176"/>
                <a:gd name="T69" fmla="*/ 102017951 h 176"/>
                <a:gd name="T70" fmla="*/ 1249741328 w 176"/>
                <a:gd name="T71" fmla="*/ 102017951 h 176"/>
                <a:gd name="T72" fmla="*/ 688631884 w 176"/>
                <a:gd name="T73" fmla="*/ 102017951 h 176"/>
                <a:gd name="T74" fmla="*/ 892671357 w 176"/>
                <a:gd name="T75" fmla="*/ 102017951 h 176"/>
                <a:gd name="T76" fmla="*/ 637622908 w 176"/>
                <a:gd name="T77" fmla="*/ 612118420 h 176"/>
                <a:gd name="T78" fmla="*/ 178534986 w 176"/>
                <a:gd name="T79" fmla="*/ 612118420 h 176"/>
                <a:gd name="T80" fmla="*/ 688631884 w 176"/>
                <a:gd name="T81" fmla="*/ 102017951 h 176"/>
                <a:gd name="T82" fmla="*/ 153030498 w 176"/>
                <a:gd name="T83" fmla="*/ 714136371 h 176"/>
                <a:gd name="T84" fmla="*/ 624870664 w 176"/>
                <a:gd name="T85" fmla="*/ 714136371 h 176"/>
                <a:gd name="T86" fmla="*/ 981937064 w 176"/>
                <a:gd name="T87" fmla="*/ 1900112909 h 176"/>
                <a:gd name="T88" fmla="*/ 153030498 w 176"/>
                <a:gd name="T89" fmla="*/ 714136371 h 176"/>
                <a:gd name="T90" fmla="*/ 1122215318 w 176"/>
                <a:gd name="T91" fmla="*/ 2014886675 h 176"/>
                <a:gd name="T92" fmla="*/ 726888615 w 176"/>
                <a:gd name="T93" fmla="*/ 714136371 h 176"/>
                <a:gd name="T94" fmla="*/ 1517542021 w 176"/>
                <a:gd name="T95" fmla="*/ 714136371 h 176"/>
                <a:gd name="T96" fmla="*/ 1122215318 w 176"/>
                <a:gd name="T97" fmla="*/ 2014886675 h 176"/>
                <a:gd name="T98" fmla="*/ 1262493572 w 176"/>
                <a:gd name="T99" fmla="*/ 1900112909 h 176"/>
                <a:gd name="T100" fmla="*/ 1619559972 w 176"/>
                <a:gd name="T101" fmla="*/ 714136371 h 176"/>
                <a:gd name="T102" fmla="*/ 2091400139 w 176"/>
                <a:gd name="T103" fmla="*/ 714136371 h 176"/>
                <a:gd name="T104" fmla="*/ 1262493572 w 176"/>
                <a:gd name="T105" fmla="*/ 1900112909 h 17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Lst>
              <a:ahLst/>
              <a:cxnLst>
                <a:cxn ang="T106">
                  <a:pos x="T0" y="T1"/>
                </a:cxn>
                <a:cxn ang="T107">
                  <a:pos x="T2" y="T3"/>
                </a:cxn>
                <a:cxn ang="T108">
                  <a:pos x="T4" y="T5"/>
                </a:cxn>
                <a:cxn ang="T109">
                  <a:pos x="T6" y="T7"/>
                </a:cxn>
                <a:cxn ang="T110">
                  <a:pos x="T8" y="T9"/>
                </a:cxn>
                <a:cxn ang="T111">
                  <a:pos x="T10" y="T11"/>
                </a:cxn>
                <a:cxn ang="T112">
                  <a:pos x="T12" y="T13"/>
                </a:cxn>
                <a:cxn ang="T113">
                  <a:pos x="T14" y="T15"/>
                </a:cxn>
                <a:cxn ang="T114">
                  <a:pos x="T16" y="T17"/>
                </a:cxn>
                <a:cxn ang="T115">
                  <a:pos x="T18" y="T19"/>
                </a:cxn>
                <a:cxn ang="T116">
                  <a:pos x="T20" y="T21"/>
                </a:cxn>
                <a:cxn ang="T117">
                  <a:pos x="T22" y="T23"/>
                </a:cxn>
                <a:cxn ang="T118">
                  <a:pos x="T24" y="T25"/>
                </a:cxn>
                <a:cxn ang="T119">
                  <a:pos x="T26" y="T27"/>
                </a:cxn>
                <a:cxn ang="T120">
                  <a:pos x="T28" y="T29"/>
                </a:cxn>
                <a:cxn ang="T121">
                  <a:pos x="T30" y="T31"/>
                </a:cxn>
                <a:cxn ang="T122">
                  <a:pos x="T32" y="T33"/>
                </a:cxn>
                <a:cxn ang="T123">
                  <a:pos x="T34" y="T35"/>
                </a:cxn>
                <a:cxn ang="T124">
                  <a:pos x="T36" y="T37"/>
                </a:cxn>
                <a:cxn ang="T125">
                  <a:pos x="T38" y="T39"/>
                </a:cxn>
                <a:cxn ang="T126">
                  <a:pos x="T40" y="T41"/>
                </a:cxn>
                <a:cxn ang="T127">
                  <a:pos x="T42" y="T43"/>
                </a:cxn>
                <a:cxn ang="T128">
                  <a:pos x="T44" y="T45"/>
                </a:cxn>
                <a:cxn ang="T129">
                  <a:pos x="T46" y="T47"/>
                </a:cxn>
                <a:cxn ang="T130">
                  <a:pos x="T48" y="T49"/>
                </a:cxn>
                <a:cxn ang="T131">
                  <a:pos x="T50" y="T51"/>
                </a:cxn>
                <a:cxn ang="T132">
                  <a:pos x="T52" y="T53"/>
                </a:cxn>
                <a:cxn ang="T133">
                  <a:pos x="T54" y="T55"/>
                </a:cxn>
                <a:cxn ang="T134">
                  <a:pos x="T56" y="T57"/>
                </a:cxn>
                <a:cxn ang="T135">
                  <a:pos x="T58" y="T59"/>
                </a:cxn>
                <a:cxn ang="T136">
                  <a:pos x="T60" y="T61"/>
                </a:cxn>
                <a:cxn ang="T137">
                  <a:pos x="T62" y="T63"/>
                </a:cxn>
                <a:cxn ang="T138">
                  <a:pos x="T64" y="T65"/>
                </a:cxn>
                <a:cxn ang="T139">
                  <a:pos x="T66" y="T67"/>
                </a:cxn>
                <a:cxn ang="T140">
                  <a:pos x="T68" y="T69"/>
                </a:cxn>
                <a:cxn ang="T141">
                  <a:pos x="T70" y="T71"/>
                </a:cxn>
                <a:cxn ang="T142">
                  <a:pos x="T72" y="T73"/>
                </a:cxn>
                <a:cxn ang="T143">
                  <a:pos x="T74" y="T75"/>
                </a:cxn>
                <a:cxn ang="T144">
                  <a:pos x="T76" y="T77"/>
                </a:cxn>
                <a:cxn ang="T145">
                  <a:pos x="T78" y="T79"/>
                </a:cxn>
                <a:cxn ang="T146">
                  <a:pos x="T80" y="T81"/>
                </a:cxn>
                <a:cxn ang="T147">
                  <a:pos x="T82" y="T83"/>
                </a:cxn>
                <a:cxn ang="T148">
                  <a:pos x="T84" y="T85"/>
                </a:cxn>
                <a:cxn ang="T149">
                  <a:pos x="T86" y="T87"/>
                </a:cxn>
                <a:cxn ang="T150">
                  <a:pos x="T88" y="T89"/>
                </a:cxn>
                <a:cxn ang="T151">
                  <a:pos x="T90" y="T91"/>
                </a:cxn>
                <a:cxn ang="T152">
                  <a:pos x="T92" y="T93"/>
                </a:cxn>
                <a:cxn ang="T153">
                  <a:pos x="T94" y="T95"/>
                </a:cxn>
                <a:cxn ang="T154">
                  <a:pos x="T96" y="T97"/>
                </a:cxn>
                <a:cxn ang="T155">
                  <a:pos x="T98" y="T99"/>
                </a:cxn>
                <a:cxn ang="T156">
                  <a:pos x="T100" y="T101"/>
                </a:cxn>
                <a:cxn ang="T157">
                  <a:pos x="T102" y="T103"/>
                </a:cxn>
                <a:cxn ang="T158">
                  <a:pos x="T104" y="T105"/>
                </a:cxn>
              </a:cxnLst>
              <a:rect l="0" t="0" r="r" b="b"/>
              <a:pathLst>
                <a:path w="176" h="176">
                  <a:moveTo>
                    <a:pt x="176" y="52"/>
                  </a:moveTo>
                  <a:cubicBezTo>
                    <a:pt x="176" y="51"/>
                    <a:pt x="176" y="50"/>
                    <a:pt x="175" y="50"/>
                  </a:cubicBezTo>
                  <a:cubicBezTo>
                    <a:pt x="175" y="50"/>
                    <a:pt x="175" y="50"/>
                    <a:pt x="175" y="50"/>
                  </a:cubicBezTo>
                  <a:cubicBezTo>
                    <a:pt x="175" y="49"/>
                    <a:pt x="175" y="49"/>
                    <a:pt x="175" y="49"/>
                  </a:cubicBezTo>
                  <a:cubicBezTo>
                    <a:pt x="175" y="49"/>
                    <a:pt x="175" y="49"/>
                    <a:pt x="175" y="49"/>
                  </a:cubicBezTo>
                  <a:cubicBezTo>
                    <a:pt x="127" y="2"/>
                    <a:pt x="127" y="2"/>
                    <a:pt x="127" y="2"/>
                  </a:cubicBezTo>
                  <a:cubicBezTo>
                    <a:pt x="127" y="2"/>
                    <a:pt x="127" y="2"/>
                    <a:pt x="127" y="2"/>
                  </a:cubicBezTo>
                  <a:cubicBezTo>
                    <a:pt x="126" y="1"/>
                    <a:pt x="125" y="0"/>
                    <a:pt x="124" y="0"/>
                  </a:cubicBezTo>
                  <a:cubicBezTo>
                    <a:pt x="52" y="0"/>
                    <a:pt x="52" y="0"/>
                    <a:pt x="52" y="0"/>
                  </a:cubicBezTo>
                  <a:cubicBezTo>
                    <a:pt x="51" y="0"/>
                    <a:pt x="50" y="1"/>
                    <a:pt x="49" y="2"/>
                  </a:cubicBezTo>
                  <a:cubicBezTo>
                    <a:pt x="49" y="2"/>
                    <a:pt x="49" y="2"/>
                    <a:pt x="49" y="2"/>
                  </a:cubicBezTo>
                  <a:cubicBezTo>
                    <a:pt x="1" y="49"/>
                    <a:pt x="1" y="49"/>
                    <a:pt x="1" y="49"/>
                  </a:cubicBezTo>
                  <a:cubicBezTo>
                    <a:pt x="1" y="49"/>
                    <a:pt x="1" y="49"/>
                    <a:pt x="1" y="49"/>
                  </a:cubicBezTo>
                  <a:cubicBezTo>
                    <a:pt x="1" y="50"/>
                    <a:pt x="1" y="50"/>
                    <a:pt x="1" y="50"/>
                  </a:cubicBezTo>
                  <a:cubicBezTo>
                    <a:pt x="1" y="50"/>
                    <a:pt x="1" y="50"/>
                    <a:pt x="1" y="50"/>
                  </a:cubicBezTo>
                  <a:cubicBezTo>
                    <a:pt x="0" y="50"/>
                    <a:pt x="0" y="51"/>
                    <a:pt x="0" y="52"/>
                  </a:cubicBezTo>
                  <a:cubicBezTo>
                    <a:pt x="0" y="53"/>
                    <a:pt x="0" y="54"/>
                    <a:pt x="1" y="54"/>
                  </a:cubicBezTo>
                  <a:cubicBezTo>
                    <a:pt x="1" y="55"/>
                    <a:pt x="1" y="55"/>
                    <a:pt x="1" y="55"/>
                  </a:cubicBezTo>
                  <a:cubicBezTo>
                    <a:pt x="85" y="175"/>
                    <a:pt x="85" y="175"/>
                    <a:pt x="85" y="175"/>
                  </a:cubicBezTo>
                  <a:cubicBezTo>
                    <a:pt x="85" y="174"/>
                    <a:pt x="85" y="174"/>
                    <a:pt x="85" y="174"/>
                  </a:cubicBezTo>
                  <a:cubicBezTo>
                    <a:pt x="86" y="175"/>
                    <a:pt x="87" y="176"/>
                    <a:pt x="88" y="176"/>
                  </a:cubicBezTo>
                  <a:cubicBezTo>
                    <a:pt x="89" y="176"/>
                    <a:pt x="90" y="175"/>
                    <a:pt x="91" y="174"/>
                  </a:cubicBezTo>
                  <a:cubicBezTo>
                    <a:pt x="91" y="175"/>
                    <a:pt x="91" y="175"/>
                    <a:pt x="91" y="175"/>
                  </a:cubicBezTo>
                  <a:cubicBezTo>
                    <a:pt x="175" y="55"/>
                    <a:pt x="175" y="55"/>
                    <a:pt x="175" y="55"/>
                  </a:cubicBezTo>
                  <a:cubicBezTo>
                    <a:pt x="175" y="54"/>
                    <a:pt x="175" y="54"/>
                    <a:pt x="175" y="54"/>
                  </a:cubicBezTo>
                  <a:cubicBezTo>
                    <a:pt x="176" y="54"/>
                    <a:pt x="176" y="53"/>
                    <a:pt x="176" y="52"/>
                  </a:cubicBezTo>
                  <a:moveTo>
                    <a:pt x="122" y="8"/>
                  </a:moveTo>
                  <a:cubicBezTo>
                    <a:pt x="162" y="48"/>
                    <a:pt x="162" y="48"/>
                    <a:pt x="162" y="48"/>
                  </a:cubicBezTo>
                  <a:cubicBezTo>
                    <a:pt x="126" y="48"/>
                    <a:pt x="126" y="48"/>
                    <a:pt x="126" y="48"/>
                  </a:cubicBezTo>
                  <a:cubicBezTo>
                    <a:pt x="106" y="8"/>
                    <a:pt x="106" y="8"/>
                    <a:pt x="106" y="8"/>
                  </a:cubicBezTo>
                  <a:lnTo>
                    <a:pt x="122" y="8"/>
                  </a:lnTo>
                  <a:close/>
                  <a:moveTo>
                    <a:pt x="98" y="8"/>
                  </a:moveTo>
                  <a:cubicBezTo>
                    <a:pt x="118" y="48"/>
                    <a:pt x="118" y="48"/>
                    <a:pt x="118" y="48"/>
                  </a:cubicBezTo>
                  <a:cubicBezTo>
                    <a:pt x="58" y="48"/>
                    <a:pt x="58" y="48"/>
                    <a:pt x="58" y="48"/>
                  </a:cubicBezTo>
                  <a:cubicBezTo>
                    <a:pt x="78" y="8"/>
                    <a:pt x="78" y="8"/>
                    <a:pt x="78" y="8"/>
                  </a:cubicBezTo>
                  <a:lnTo>
                    <a:pt x="98" y="8"/>
                  </a:lnTo>
                  <a:close/>
                  <a:moveTo>
                    <a:pt x="54" y="8"/>
                  </a:moveTo>
                  <a:cubicBezTo>
                    <a:pt x="70" y="8"/>
                    <a:pt x="70" y="8"/>
                    <a:pt x="70" y="8"/>
                  </a:cubicBezTo>
                  <a:cubicBezTo>
                    <a:pt x="50" y="48"/>
                    <a:pt x="50" y="48"/>
                    <a:pt x="50" y="48"/>
                  </a:cubicBezTo>
                  <a:cubicBezTo>
                    <a:pt x="14" y="48"/>
                    <a:pt x="14" y="48"/>
                    <a:pt x="14" y="48"/>
                  </a:cubicBezTo>
                  <a:lnTo>
                    <a:pt x="54" y="8"/>
                  </a:lnTo>
                  <a:close/>
                  <a:moveTo>
                    <a:pt x="12" y="56"/>
                  </a:moveTo>
                  <a:cubicBezTo>
                    <a:pt x="49" y="56"/>
                    <a:pt x="49" y="56"/>
                    <a:pt x="49" y="56"/>
                  </a:cubicBezTo>
                  <a:cubicBezTo>
                    <a:pt x="77" y="149"/>
                    <a:pt x="77" y="149"/>
                    <a:pt x="77" y="149"/>
                  </a:cubicBezTo>
                  <a:lnTo>
                    <a:pt x="12" y="56"/>
                  </a:lnTo>
                  <a:close/>
                  <a:moveTo>
                    <a:pt x="88" y="158"/>
                  </a:moveTo>
                  <a:cubicBezTo>
                    <a:pt x="57" y="56"/>
                    <a:pt x="57" y="56"/>
                    <a:pt x="57" y="56"/>
                  </a:cubicBezTo>
                  <a:cubicBezTo>
                    <a:pt x="119" y="56"/>
                    <a:pt x="119" y="56"/>
                    <a:pt x="119" y="56"/>
                  </a:cubicBezTo>
                  <a:lnTo>
                    <a:pt x="88" y="158"/>
                  </a:lnTo>
                  <a:close/>
                  <a:moveTo>
                    <a:pt x="99" y="149"/>
                  </a:moveTo>
                  <a:cubicBezTo>
                    <a:pt x="127" y="56"/>
                    <a:pt x="127" y="56"/>
                    <a:pt x="127" y="56"/>
                  </a:cubicBezTo>
                  <a:cubicBezTo>
                    <a:pt x="164" y="56"/>
                    <a:pt x="164" y="56"/>
                    <a:pt x="164" y="56"/>
                  </a:cubicBezTo>
                  <a:lnTo>
                    <a:pt x="99" y="149"/>
                  </a:lnTo>
                  <a:close/>
                </a:path>
              </a:pathLst>
            </a:custGeom>
            <a:solidFill>
              <a:schemeClr val="accent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s-ES"/>
            </a:p>
          </p:txBody>
        </p:sp>
        <p:sp>
          <p:nvSpPr>
            <p:cNvPr id="13329" name="TextBox 52">
              <a:extLst>
                <a:ext uri="{FF2B5EF4-FFF2-40B4-BE49-F238E27FC236}">
                  <a16:creationId xmlns:a16="http://schemas.microsoft.com/office/drawing/2014/main" id="{9A2D1223-91DF-F1FE-0F66-AA6C25D32A10}"/>
                </a:ext>
              </a:extLst>
            </p:cNvPr>
            <p:cNvSpPr txBox="1">
              <a:spLocks noChangeArrowheads="1"/>
            </p:cNvSpPr>
            <p:nvPr/>
          </p:nvSpPr>
          <p:spPr bwMode="auto">
            <a:xfrm>
              <a:off x="1369272" y="5094513"/>
              <a:ext cx="3583727" cy="31854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marL="341313" indent="-341313">
                <a:defRPr sz="2700">
                  <a:solidFill>
                    <a:schemeClr val="tx1"/>
                  </a:solidFill>
                  <a:latin typeface="Franklin Gothic Book" panose="020B0503020102020204" pitchFamily="34" charset="0"/>
                </a:defRPr>
              </a:lvl1pPr>
              <a:lvl2pPr marL="742950" indent="-285750">
                <a:defRPr sz="2700">
                  <a:solidFill>
                    <a:schemeClr val="tx1"/>
                  </a:solidFill>
                  <a:latin typeface="Franklin Gothic Book" panose="020B0503020102020204" pitchFamily="34" charset="0"/>
                </a:defRPr>
              </a:lvl2pPr>
              <a:lvl3pPr marL="1143000" indent="-228600">
                <a:defRPr sz="2700">
                  <a:solidFill>
                    <a:schemeClr val="tx1"/>
                  </a:solidFill>
                  <a:latin typeface="Franklin Gothic Book" panose="020B0503020102020204" pitchFamily="34" charset="0"/>
                </a:defRPr>
              </a:lvl3pPr>
              <a:lvl4pPr marL="1600200" indent="-228600">
                <a:defRPr sz="2700">
                  <a:solidFill>
                    <a:schemeClr val="tx1"/>
                  </a:solidFill>
                  <a:latin typeface="Franklin Gothic Book" panose="020B0503020102020204" pitchFamily="34" charset="0"/>
                </a:defRPr>
              </a:lvl4pPr>
              <a:lvl5pPr marL="2057400" indent="-228600">
                <a:defRPr sz="2700">
                  <a:solidFill>
                    <a:schemeClr val="tx1"/>
                  </a:solidFill>
                  <a:latin typeface="Franklin Gothic Book" panose="020B0503020102020204" pitchFamily="34" charset="0"/>
                </a:defRPr>
              </a:lvl5pPr>
              <a:lvl6pPr marL="2514600" indent="-228600" defTabSz="1370013" eaLnBrk="0" fontAlgn="base" hangingPunct="0">
                <a:spcBef>
                  <a:spcPct val="0"/>
                </a:spcBef>
                <a:spcAft>
                  <a:spcPct val="0"/>
                </a:spcAft>
                <a:defRPr sz="2700">
                  <a:solidFill>
                    <a:schemeClr val="tx1"/>
                  </a:solidFill>
                  <a:latin typeface="Franklin Gothic Book" panose="020B0503020102020204" pitchFamily="34" charset="0"/>
                </a:defRPr>
              </a:lvl6pPr>
              <a:lvl7pPr marL="2971800" indent="-228600" defTabSz="1370013" eaLnBrk="0" fontAlgn="base" hangingPunct="0">
                <a:spcBef>
                  <a:spcPct val="0"/>
                </a:spcBef>
                <a:spcAft>
                  <a:spcPct val="0"/>
                </a:spcAft>
                <a:defRPr sz="2700">
                  <a:solidFill>
                    <a:schemeClr val="tx1"/>
                  </a:solidFill>
                  <a:latin typeface="Franklin Gothic Book" panose="020B0503020102020204" pitchFamily="34" charset="0"/>
                </a:defRPr>
              </a:lvl7pPr>
              <a:lvl8pPr marL="3429000" indent="-228600" defTabSz="1370013" eaLnBrk="0" fontAlgn="base" hangingPunct="0">
                <a:spcBef>
                  <a:spcPct val="0"/>
                </a:spcBef>
                <a:spcAft>
                  <a:spcPct val="0"/>
                </a:spcAft>
                <a:defRPr sz="2700">
                  <a:solidFill>
                    <a:schemeClr val="tx1"/>
                  </a:solidFill>
                  <a:latin typeface="Franklin Gothic Book" panose="020B0503020102020204" pitchFamily="34" charset="0"/>
                </a:defRPr>
              </a:lvl8pPr>
              <a:lvl9pPr marL="3886200" indent="-228600" defTabSz="1370013" eaLnBrk="0" fontAlgn="base" hangingPunct="0">
                <a:spcBef>
                  <a:spcPct val="0"/>
                </a:spcBef>
                <a:spcAft>
                  <a:spcPct val="0"/>
                </a:spcAft>
                <a:defRPr sz="2700">
                  <a:solidFill>
                    <a:schemeClr val="tx1"/>
                  </a:solidFill>
                  <a:latin typeface="Franklin Gothic Book" panose="020B0503020102020204" pitchFamily="34" charset="0"/>
                </a:defRPr>
              </a:lvl9pPr>
            </a:lstStyle>
            <a:p>
              <a:pPr eaLnBrk="1" hangingPunct="1">
                <a:spcAft>
                  <a:spcPts val="1000"/>
                </a:spcAft>
                <a:buClr>
                  <a:schemeClr val="accent1"/>
                </a:buClr>
                <a:buFont typeface="Wingdings" panose="05000000000000000000" pitchFamily="2" charset="2"/>
                <a:buChar char="ü"/>
              </a:pPr>
              <a:r>
                <a:rPr lang="es-ES_tradnl" altLang="es-ES" sz="1900">
                  <a:solidFill>
                    <a:schemeClr val="tx2"/>
                  </a:solidFill>
                </a:rPr>
                <a:t>XGBoost sin resampling: mejor AUC-PR (0,883)</a:t>
              </a:r>
            </a:p>
            <a:p>
              <a:pPr eaLnBrk="1" hangingPunct="1">
                <a:spcAft>
                  <a:spcPts val="1000"/>
                </a:spcAft>
                <a:buClr>
                  <a:schemeClr val="accent1"/>
                </a:buClr>
                <a:buFont typeface="Wingdings" panose="05000000000000000000" pitchFamily="2" charset="2"/>
                <a:buChar char="ü"/>
              </a:pPr>
              <a:r>
                <a:rPr lang="es-ES_tradnl" altLang="es-ES" sz="1900">
                  <a:solidFill>
                    <a:schemeClr val="tx2"/>
                  </a:solidFill>
                </a:rPr>
                <a:t>Solo 11 falsas alarmas</a:t>
              </a:r>
            </a:p>
            <a:p>
              <a:pPr eaLnBrk="1" hangingPunct="1">
                <a:spcAft>
                  <a:spcPts val="1000"/>
                </a:spcAft>
                <a:buClr>
                  <a:schemeClr val="accent1"/>
                </a:buClr>
                <a:buFont typeface="Wingdings" panose="05000000000000000000" pitchFamily="2" charset="2"/>
                <a:buChar char="ü"/>
              </a:pPr>
              <a:r>
                <a:rPr lang="es-ES_tradnl" altLang="es-ES" sz="1900">
                  <a:solidFill>
                    <a:schemeClr val="tx2"/>
                  </a:solidFill>
                </a:rPr>
                <a:t>29× más rápido que RF</a:t>
              </a:r>
            </a:p>
          </p:txBody>
        </p:sp>
      </p:grpSp>
      <p:sp>
        <p:nvSpPr>
          <p:cNvPr id="43" name="TextBox 42">
            <a:extLst>
              <a:ext uri="{FF2B5EF4-FFF2-40B4-BE49-F238E27FC236}">
                <a16:creationId xmlns:a16="http://schemas.microsoft.com/office/drawing/2014/main" id="{4AB93D08-7EEF-7AEE-D61F-80B83FB3F12C}"/>
              </a:ext>
            </a:extLst>
          </p:cNvPr>
          <p:cNvSpPr txBox="1"/>
          <p:nvPr/>
        </p:nvSpPr>
        <p:spPr>
          <a:xfrm>
            <a:off x="5357813" y="3709988"/>
            <a:ext cx="3640137" cy="647700"/>
          </a:xfrm>
          <a:prstGeom prst="rect">
            <a:avLst/>
          </a:prstGeom>
          <a:noFill/>
        </p:spPr>
        <p:txBody>
          <a:bodyPr>
            <a:spAutoFit/>
          </a:bodyPr>
          <a:lstStyle/>
          <a:p>
            <a:pPr defTabSz="1371408" eaLnBrk="1" fontAlgn="auto" hangingPunct="1">
              <a:spcBef>
                <a:spcPts val="0"/>
              </a:spcBef>
              <a:spcAft>
                <a:spcPts val="0"/>
              </a:spcAft>
              <a:defRPr/>
            </a:pPr>
            <a:r>
              <a:rPr lang="es-ES_tradnl" sz="2600" err="1">
                <a:solidFill>
                  <a:srgbClr val="00566C"/>
                </a:solidFill>
                <a:latin typeface="+mj-lt"/>
              </a:rPr>
              <a:t>Resampling</a:t>
            </a:r>
          </a:p>
        </p:txBody>
      </p:sp>
      <p:sp>
        <p:nvSpPr>
          <p:cNvPr id="47" name="Freeform 441">
            <a:extLst>
              <a:ext uri="{FF2B5EF4-FFF2-40B4-BE49-F238E27FC236}">
                <a16:creationId xmlns:a16="http://schemas.microsoft.com/office/drawing/2014/main" id="{ED40024D-125D-4961-C712-28F6A0A8AB19}"/>
              </a:ext>
            </a:extLst>
          </p:cNvPr>
          <p:cNvSpPr>
            <a:spLocks noEditPoints="1"/>
          </p:cNvSpPr>
          <p:nvPr/>
        </p:nvSpPr>
        <p:spPr bwMode="auto">
          <a:xfrm>
            <a:off x="5357813" y="2933700"/>
            <a:ext cx="573087" cy="573088"/>
          </a:xfrm>
          <a:custGeom>
            <a:avLst/>
            <a:gdLst>
              <a:gd name="T0" fmla="*/ 176 w 176"/>
              <a:gd name="T1" fmla="*/ 52 h 176"/>
              <a:gd name="T2" fmla="*/ 124 w 176"/>
              <a:gd name="T3" fmla="*/ 0 h 176"/>
              <a:gd name="T4" fmla="*/ 88 w 176"/>
              <a:gd name="T5" fmla="*/ 15 h 176"/>
              <a:gd name="T6" fmla="*/ 52 w 176"/>
              <a:gd name="T7" fmla="*/ 0 h 176"/>
              <a:gd name="T8" fmla="*/ 0 w 176"/>
              <a:gd name="T9" fmla="*/ 52 h 176"/>
              <a:gd name="T10" fmla="*/ 0 w 176"/>
              <a:gd name="T11" fmla="*/ 58 h 176"/>
              <a:gd name="T12" fmla="*/ 88 w 176"/>
              <a:gd name="T13" fmla="*/ 176 h 176"/>
              <a:gd name="T14" fmla="*/ 176 w 176"/>
              <a:gd name="T15" fmla="*/ 58 h 176"/>
              <a:gd name="T16" fmla="*/ 176 w 176"/>
              <a:gd name="T17" fmla="*/ 52 h 176"/>
              <a:gd name="T18" fmla="*/ 168 w 176"/>
              <a:gd name="T19" fmla="*/ 57 h 176"/>
              <a:gd name="T20" fmla="*/ 88 w 176"/>
              <a:gd name="T21" fmla="*/ 167 h 176"/>
              <a:gd name="T22" fmla="*/ 8 w 176"/>
              <a:gd name="T23" fmla="*/ 57 h 176"/>
              <a:gd name="T24" fmla="*/ 8 w 176"/>
              <a:gd name="T25" fmla="*/ 52 h 176"/>
              <a:gd name="T26" fmla="*/ 52 w 176"/>
              <a:gd name="T27" fmla="*/ 8 h 176"/>
              <a:gd name="T28" fmla="*/ 82 w 176"/>
              <a:gd name="T29" fmla="*/ 20 h 176"/>
              <a:gd name="T30" fmla="*/ 86 w 176"/>
              <a:gd name="T31" fmla="*/ 24 h 176"/>
              <a:gd name="T32" fmla="*/ 72 w 176"/>
              <a:gd name="T33" fmla="*/ 56 h 176"/>
              <a:gd name="T34" fmla="*/ 92 w 176"/>
              <a:gd name="T35" fmla="*/ 80 h 176"/>
              <a:gd name="T36" fmla="*/ 76 w 176"/>
              <a:gd name="T37" fmla="*/ 116 h 176"/>
              <a:gd name="T38" fmla="*/ 88 w 176"/>
              <a:gd name="T39" fmla="*/ 136 h 176"/>
              <a:gd name="T40" fmla="*/ 85 w 176"/>
              <a:gd name="T41" fmla="*/ 116 h 176"/>
              <a:gd name="T42" fmla="*/ 101 w 176"/>
              <a:gd name="T43" fmla="*/ 78 h 176"/>
              <a:gd name="T44" fmla="*/ 82 w 176"/>
              <a:gd name="T45" fmla="*/ 55 h 176"/>
              <a:gd name="T46" fmla="*/ 98 w 176"/>
              <a:gd name="T47" fmla="*/ 16 h 176"/>
              <a:gd name="T48" fmla="*/ 124 w 176"/>
              <a:gd name="T49" fmla="*/ 8 h 176"/>
              <a:gd name="T50" fmla="*/ 168 w 176"/>
              <a:gd name="T51" fmla="*/ 52 h 176"/>
              <a:gd name="T52" fmla="*/ 168 w 176"/>
              <a:gd name="T53" fmla="*/ 57 h 1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176" h="176">
                <a:moveTo>
                  <a:pt x="176" y="52"/>
                </a:moveTo>
                <a:cubicBezTo>
                  <a:pt x="176" y="23"/>
                  <a:pt x="153" y="0"/>
                  <a:pt x="124" y="0"/>
                </a:cubicBezTo>
                <a:cubicBezTo>
                  <a:pt x="110" y="0"/>
                  <a:pt x="97" y="6"/>
                  <a:pt x="88" y="15"/>
                </a:cubicBezTo>
                <a:cubicBezTo>
                  <a:pt x="79" y="6"/>
                  <a:pt x="66" y="0"/>
                  <a:pt x="52" y="0"/>
                </a:cubicBezTo>
                <a:cubicBezTo>
                  <a:pt x="23" y="0"/>
                  <a:pt x="0" y="23"/>
                  <a:pt x="0" y="52"/>
                </a:cubicBezTo>
                <a:cubicBezTo>
                  <a:pt x="0" y="55"/>
                  <a:pt x="1" y="59"/>
                  <a:pt x="0" y="58"/>
                </a:cubicBezTo>
                <a:cubicBezTo>
                  <a:pt x="6" y="109"/>
                  <a:pt x="80" y="176"/>
                  <a:pt x="88" y="176"/>
                </a:cubicBezTo>
                <a:cubicBezTo>
                  <a:pt x="96" y="176"/>
                  <a:pt x="170" y="109"/>
                  <a:pt x="176" y="58"/>
                </a:cubicBezTo>
                <a:cubicBezTo>
                  <a:pt x="175" y="59"/>
                  <a:pt x="176" y="55"/>
                  <a:pt x="176" y="52"/>
                </a:cubicBezTo>
                <a:moveTo>
                  <a:pt x="168" y="57"/>
                </a:moveTo>
                <a:cubicBezTo>
                  <a:pt x="163" y="100"/>
                  <a:pt x="103" y="158"/>
                  <a:pt x="88" y="167"/>
                </a:cubicBezTo>
                <a:cubicBezTo>
                  <a:pt x="73" y="158"/>
                  <a:pt x="13" y="100"/>
                  <a:pt x="8" y="57"/>
                </a:cubicBezTo>
                <a:cubicBezTo>
                  <a:pt x="8" y="57"/>
                  <a:pt x="8" y="55"/>
                  <a:pt x="8" y="52"/>
                </a:cubicBezTo>
                <a:cubicBezTo>
                  <a:pt x="8" y="28"/>
                  <a:pt x="28" y="8"/>
                  <a:pt x="52" y="8"/>
                </a:cubicBezTo>
                <a:cubicBezTo>
                  <a:pt x="63" y="8"/>
                  <a:pt x="74" y="12"/>
                  <a:pt x="82" y="20"/>
                </a:cubicBezTo>
                <a:cubicBezTo>
                  <a:pt x="86" y="24"/>
                  <a:pt x="86" y="24"/>
                  <a:pt x="86" y="24"/>
                </a:cubicBezTo>
                <a:cubicBezTo>
                  <a:pt x="72" y="56"/>
                  <a:pt x="72" y="56"/>
                  <a:pt x="72" y="56"/>
                </a:cubicBezTo>
                <a:cubicBezTo>
                  <a:pt x="92" y="80"/>
                  <a:pt x="92" y="80"/>
                  <a:pt x="92" y="80"/>
                </a:cubicBezTo>
                <a:cubicBezTo>
                  <a:pt x="76" y="116"/>
                  <a:pt x="76" y="116"/>
                  <a:pt x="76" y="116"/>
                </a:cubicBezTo>
                <a:cubicBezTo>
                  <a:pt x="88" y="136"/>
                  <a:pt x="88" y="136"/>
                  <a:pt x="88" y="136"/>
                </a:cubicBezTo>
                <a:cubicBezTo>
                  <a:pt x="85" y="116"/>
                  <a:pt x="85" y="116"/>
                  <a:pt x="85" y="116"/>
                </a:cubicBezTo>
                <a:cubicBezTo>
                  <a:pt x="101" y="78"/>
                  <a:pt x="101" y="78"/>
                  <a:pt x="101" y="78"/>
                </a:cubicBezTo>
                <a:cubicBezTo>
                  <a:pt x="82" y="55"/>
                  <a:pt x="82" y="55"/>
                  <a:pt x="82" y="55"/>
                </a:cubicBezTo>
                <a:cubicBezTo>
                  <a:pt x="98" y="16"/>
                  <a:pt x="98" y="16"/>
                  <a:pt x="98" y="16"/>
                </a:cubicBezTo>
                <a:cubicBezTo>
                  <a:pt x="106" y="11"/>
                  <a:pt x="115" y="8"/>
                  <a:pt x="124" y="8"/>
                </a:cubicBezTo>
                <a:cubicBezTo>
                  <a:pt x="148" y="8"/>
                  <a:pt x="168" y="28"/>
                  <a:pt x="168" y="52"/>
                </a:cubicBezTo>
                <a:cubicBezTo>
                  <a:pt x="168" y="55"/>
                  <a:pt x="168" y="57"/>
                  <a:pt x="168" y="57"/>
                </a:cubicBezTo>
              </a:path>
            </a:pathLst>
          </a:custGeom>
          <a:solidFill>
            <a:schemeClr val="accent5"/>
          </a:solidFill>
          <a:ln>
            <a:noFill/>
          </a:ln>
        </p:spPr>
        <p:txBody>
          <a:bodyPr/>
          <a:lstStyle/>
          <a:p>
            <a:pPr defTabSz="1371408" eaLnBrk="1" fontAlgn="auto" hangingPunct="1">
              <a:spcBef>
                <a:spcPts val="0"/>
              </a:spcBef>
              <a:spcAft>
                <a:spcPts val="0"/>
              </a:spcAft>
              <a:defRPr/>
            </a:pPr>
            <a:endParaRPr lang="uk-UA">
              <a:latin typeface="+mn-lt"/>
            </a:endParaRPr>
          </a:p>
        </p:txBody>
      </p:sp>
      <p:sp>
        <p:nvSpPr>
          <p:cNvPr id="13318" name="TextBox 53">
            <a:extLst>
              <a:ext uri="{FF2B5EF4-FFF2-40B4-BE49-F238E27FC236}">
                <a16:creationId xmlns:a16="http://schemas.microsoft.com/office/drawing/2014/main" id="{9FD3894D-8C93-FA9D-C4CB-A9B2E2D66EBF}"/>
              </a:ext>
            </a:extLst>
          </p:cNvPr>
          <p:cNvSpPr txBox="1">
            <a:spLocks noChangeArrowheads="1"/>
          </p:cNvSpPr>
          <p:nvPr/>
        </p:nvSpPr>
        <p:spPr bwMode="auto">
          <a:xfrm>
            <a:off x="5357813" y="4738688"/>
            <a:ext cx="3582987" cy="31845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marL="341313" indent="-341313">
              <a:defRPr sz="2700">
                <a:solidFill>
                  <a:schemeClr val="tx1"/>
                </a:solidFill>
                <a:latin typeface="Franklin Gothic Book" panose="020B0503020102020204" pitchFamily="34" charset="0"/>
              </a:defRPr>
            </a:lvl1pPr>
            <a:lvl2pPr marL="742950" indent="-285750">
              <a:defRPr sz="2700">
                <a:solidFill>
                  <a:schemeClr val="tx1"/>
                </a:solidFill>
                <a:latin typeface="Franklin Gothic Book" panose="020B0503020102020204" pitchFamily="34" charset="0"/>
              </a:defRPr>
            </a:lvl2pPr>
            <a:lvl3pPr marL="1143000" indent="-228600">
              <a:defRPr sz="2700">
                <a:solidFill>
                  <a:schemeClr val="tx1"/>
                </a:solidFill>
                <a:latin typeface="Franklin Gothic Book" panose="020B0503020102020204" pitchFamily="34" charset="0"/>
              </a:defRPr>
            </a:lvl3pPr>
            <a:lvl4pPr marL="1600200" indent="-228600">
              <a:defRPr sz="2700">
                <a:solidFill>
                  <a:schemeClr val="tx1"/>
                </a:solidFill>
                <a:latin typeface="Franklin Gothic Book" panose="020B0503020102020204" pitchFamily="34" charset="0"/>
              </a:defRPr>
            </a:lvl4pPr>
            <a:lvl5pPr marL="2057400" indent="-228600">
              <a:defRPr sz="2700">
                <a:solidFill>
                  <a:schemeClr val="tx1"/>
                </a:solidFill>
                <a:latin typeface="Franklin Gothic Book" panose="020B0503020102020204" pitchFamily="34" charset="0"/>
              </a:defRPr>
            </a:lvl5pPr>
            <a:lvl6pPr marL="2514600" indent="-228600" defTabSz="1370013" eaLnBrk="0" fontAlgn="base" hangingPunct="0">
              <a:spcBef>
                <a:spcPct val="0"/>
              </a:spcBef>
              <a:spcAft>
                <a:spcPct val="0"/>
              </a:spcAft>
              <a:defRPr sz="2700">
                <a:solidFill>
                  <a:schemeClr val="tx1"/>
                </a:solidFill>
                <a:latin typeface="Franklin Gothic Book" panose="020B0503020102020204" pitchFamily="34" charset="0"/>
              </a:defRPr>
            </a:lvl6pPr>
            <a:lvl7pPr marL="2971800" indent="-228600" defTabSz="1370013" eaLnBrk="0" fontAlgn="base" hangingPunct="0">
              <a:spcBef>
                <a:spcPct val="0"/>
              </a:spcBef>
              <a:spcAft>
                <a:spcPct val="0"/>
              </a:spcAft>
              <a:defRPr sz="2700">
                <a:solidFill>
                  <a:schemeClr val="tx1"/>
                </a:solidFill>
                <a:latin typeface="Franklin Gothic Book" panose="020B0503020102020204" pitchFamily="34" charset="0"/>
              </a:defRPr>
            </a:lvl7pPr>
            <a:lvl8pPr marL="3429000" indent="-228600" defTabSz="1370013" eaLnBrk="0" fontAlgn="base" hangingPunct="0">
              <a:spcBef>
                <a:spcPct val="0"/>
              </a:spcBef>
              <a:spcAft>
                <a:spcPct val="0"/>
              </a:spcAft>
              <a:defRPr sz="2700">
                <a:solidFill>
                  <a:schemeClr val="tx1"/>
                </a:solidFill>
                <a:latin typeface="Franklin Gothic Book" panose="020B0503020102020204" pitchFamily="34" charset="0"/>
              </a:defRPr>
            </a:lvl8pPr>
            <a:lvl9pPr marL="3886200" indent="-228600" defTabSz="1370013" eaLnBrk="0" fontAlgn="base" hangingPunct="0">
              <a:spcBef>
                <a:spcPct val="0"/>
              </a:spcBef>
              <a:spcAft>
                <a:spcPct val="0"/>
              </a:spcAft>
              <a:defRPr sz="2700">
                <a:solidFill>
                  <a:schemeClr val="tx1"/>
                </a:solidFill>
                <a:latin typeface="Franklin Gothic Book" panose="020B0503020102020204" pitchFamily="34" charset="0"/>
              </a:defRPr>
            </a:lvl9pPr>
          </a:lstStyle>
          <a:p>
            <a:pPr eaLnBrk="1" hangingPunct="1">
              <a:spcAft>
                <a:spcPts val="1000"/>
              </a:spcAft>
              <a:buClr>
                <a:schemeClr val="tx1"/>
              </a:buClr>
              <a:buFont typeface="Courier New" panose="02070309020205020404" pitchFamily="49" charset="0"/>
              <a:buChar char="o"/>
            </a:pPr>
            <a:r>
              <a:rPr lang="es-ES_tradnl" altLang="es-ES" sz="1900">
                <a:solidFill>
                  <a:schemeClr val="tx2"/>
                </a:solidFill>
              </a:rPr>
              <a:t>Su efecto depende del modelo</a:t>
            </a:r>
          </a:p>
          <a:p>
            <a:pPr eaLnBrk="1" hangingPunct="1">
              <a:spcAft>
                <a:spcPts val="1000"/>
              </a:spcAft>
              <a:buClr>
                <a:schemeClr val="tx1"/>
              </a:buClr>
              <a:buFont typeface="Courier New" panose="02070309020205020404" pitchFamily="49" charset="0"/>
              <a:buChar char="o"/>
            </a:pPr>
            <a:r>
              <a:rPr lang="es-ES_tradnl" altLang="es-ES" sz="1900">
                <a:solidFill>
                  <a:schemeClr val="tx2"/>
                </a:solidFill>
              </a:rPr>
              <a:t>Ayuda a RF; perjudica a XGBoost y al árbol</a:t>
            </a:r>
          </a:p>
          <a:p>
            <a:pPr eaLnBrk="1" hangingPunct="1">
              <a:spcAft>
                <a:spcPts val="1000"/>
              </a:spcAft>
              <a:buClr>
                <a:schemeClr val="tx1"/>
              </a:buClr>
              <a:buFont typeface="Courier New" panose="02070309020205020404" pitchFamily="49" charset="0"/>
              <a:buChar char="o"/>
            </a:pPr>
            <a:r>
              <a:rPr lang="es-ES_tradnl" altLang="es-ES" sz="1900">
                <a:solidFill>
                  <a:schemeClr val="tx2"/>
                </a:solidFill>
              </a:rPr>
              <a:t>Aplicarlo solo dentro de cada fold</a:t>
            </a:r>
          </a:p>
        </p:txBody>
      </p:sp>
      <p:grpSp>
        <p:nvGrpSpPr>
          <p:cNvPr id="13319" name="Group 61">
            <a:extLst>
              <a:ext uri="{FF2B5EF4-FFF2-40B4-BE49-F238E27FC236}">
                <a16:creationId xmlns:a16="http://schemas.microsoft.com/office/drawing/2014/main" id="{C3156ACE-08A6-4BFF-3949-13B9A5156286}"/>
              </a:ext>
            </a:extLst>
          </p:cNvPr>
          <p:cNvGrpSpPr>
            <a:grpSpLocks/>
          </p:cNvGrpSpPr>
          <p:nvPr/>
        </p:nvGrpSpPr>
        <p:grpSpPr bwMode="auto">
          <a:xfrm>
            <a:off x="9290050" y="2933700"/>
            <a:ext cx="3695700" cy="4989513"/>
            <a:chOff x="9194237" y="3290036"/>
            <a:chExt cx="3694492" cy="4989964"/>
          </a:xfrm>
        </p:grpSpPr>
        <p:sp>
          <p:nvSpPr>
            <p:cNvPr id="41" name="TextBox 40">
              <a:extLst>
                <a:ext uri="{FF2B5EF4-FFF2-40B4-BE49-F238E27FC236}">
                  <a16:creationId xmlns:a16="http://schemas.microsoft.com/office/drawing/2014/main" id="{F545AE57-778F-715E-50D0-4ADC80B9A4A0}"/>
                </a:ext>
              </a:extLst>
            </p:cNvPr>
            <p:cNvSpPr txBox="1"/>
            <p:nvPr/>
          </p:nvSpPr>
          <p:spPr>
            <a:xfrm>
              <a:off x="9194237" y="4060044"/>
              <a:ext cx="3694492" cy="646170"/>
            </a:xfrm>
            <a:prstGeom prst="rect">
              <a:avLst/>
            </a:prstGeom>
            <a:noFill/>
          </p:spPr>
          <p:txBody>
            <a:bodyPr>
              <a:spAutoFit/>
            </a:bodyPr>
            <a:lstStyle/>
            <a:p>
              <a:pPr defTabSz="1371408" eaLnBrk="1" fontAlgn="auto" hangingPunct="1">
                <a:spcBef>
                  <a:spcPts val="0"/>
                </a:spcBef>
                <a:spcAft>
                  <a:spcPts val="0"/>
                </a:spcAft>
                <a:defRPr/>
              </a:pPr>
              <a:r>
                <a:rPr lang="es-ES_tradnl" sz="2600" err="1">
                  <a:solidFill>
                    <a:schemeClr val="accent1"/>
                  </a:solidFill>
                  <a:latin typeface="+mj-lt"/>
                </a:rPr>
                <a:t>Interpretabilidad</a:t>
              </a:r>
            </a:p>
          </p:txBody>
        </p:sp>
        <p:sp>
          <p:nvSpPr>
            <p:cNvPr id="13325" name="Freeform 355">
              <a:extLst>
                <a:ext uri="{FF2B5EF4-FFF2-40B4-BE49-F238E27FC236}">
                  <a16:creationId xmlns:a16="http://schemas.microsoft.com/office/drawing/2014/main" id="{724FCC71-BF36-0C27-7181-39B49BE702FB}"/>
                </a:ext>
              </a:extLst>
            </p:cNvPr>
            <p:cNvSpPr>
              <a:spLocks noEditPoints="1"/>
            </p:cNvSpPr>
            <p:nvPr/>
          </p:nvSpPr>
          <p:spPr bwMode="auto">
            <a:xfrm>
              <a:off x="9194237" y="3290036"/>
              <a:ext cx="614728" cy="628384"/>
            </a:xfrm>
            <a:custGeom>
              <a:avLst/>
              <a:gdLst>
                <a:gd name="T0" fmla="*/ 585573826 w 176"/>
                <a:gd name="T1" fmla="*/ 611878209 h 176"/>
                <a:gd name="T2" fmla="*/ 378183460 w 176"/>
                <a:gd name="T3" fmla="*/ 331433286 h 176"/>
                <a:gd name="T4" fmla="*/ 317185677 w 176"/>
                <a:gd name="T5" fmla="*/ 395171418 h 176"/>
                <a:gd name="T6" fmla="*/ 390383715 w 176"/>
                <a:gd name="T7" fmla="*/ 1121779692 h 176"/>
                <a:gd name="T8" fmla="*/ 48797528 w 176"/>
                <a:gd name="T9" fmla="*/ 1070791329 h 176"/>
                <a:gd name="T10" fmla="*/ 48797528 w 176"/>
                <a:gd name="T11" fmla="*/ 1172768055 h 176"/>
                <a:gd name="T12" fmla="*/ 390383715 w 176"/>
                <a:gd name="T13" fmla="*/ 1121779692 h 176"/>
                <a:gd name="T14" fmla="*/ 1122350124 w 176"/>
                <a:gd name="T15" fmla="*/ 356929253 h 176"/>
                <a:gd name="T16" fmla="*/ 1073552597 w 176"/>
                <a:gd name="T17" fmla="*/ 0 h 176"/>
                <a:gd name="T18" fmla="*/ 1024755069 w 176"/>
                <a:gd name="T19" fmla="*/ 356929253 h 176"/>
                <a:gd name="T20" fmla="*/ 1622529150 w 176"/>
                <a:gd name="T21" fmla="*/ 611878209 h 176"/>
                <a:gd name="T22" fmla="*/ 1829919516 w 176"/>
                <a:gd name="T23" fmla="*/ 331433286 h 176"/>
                <a:gd name="T24" fmla="*/ 1561531367 w 176"/>
                <a:gd name="T25" fmla="*/ 548143648 h 176"/>
                <a:gd name="T26" fmla="*/ 1622529150 w 176"/>
                <a:gd name="T27" fmla="*/ 611878209 h 176"/>
                <a:gd name="T28" fmla="*/ 317185677 w 176"/>
                <a:gd name="T29" fmla="*/ 1848387966 h 176"/>
                <a:gd name="T30" fmla="*/ 378183460 w 176"/>
                <a:gd name="T31" fmla="*/ 1912126097 h 176"/>
                <a:gd name="T32" fmla="*/ 585573826 w 176"/>
                <a:gd name="T33" fmla="*/ 1631681174 h 176"/>
                <a:gd name="T34" fmla="*/ 2098307665 w 176"/>
                <a:gd name="T35" fmla="*/ 1070791329 h 176"/>
                <a:gd name="T36" fmla="*/ 1756721478 w 176"/>
                <a:gd name="T37" fmla="*/ 1121779692 h 176"/>
                <a:gd name="T38" fmla="*/ 2098307665 w 176"/>
                <a:gd name="T39" fmla="*/ 1172768055 h 176"/>
                <a:gd name="T40" fmla="*/ 2098307665 w 176"/>
                <a:gd name="T41" fmla="*/ 1070791329 h 176"/>
                <a:gd name="T42" fmla="*/ 1561531367 w 176"/>
                <a:gd name="T43" fmla="*/ 1631681174 h 176"/>
                <a:gd name="T44" fmla="*/ 1768921733 w 176"/>
                <a:gd name="T45" fmla="*/ 1912126097 h 176"/>
                <a:gd name="T46" fmla="*/ 1829919516 w 176"/>
                <a:gd name="T47" fmla="*/ 1848387966 h 176"/>
                <a:gd name="T48" fmla="*/ 1073552597 w 176"/>
                <a:gd name="T49" fmla="*/ 509901483 h 176"/>
                <a:gd name="T50" fmla="*/ 1073552597 w 176"/>
                <a:gd name="T51" fmla="*/ 1733657901 h 176"/>
                <a:gd name="T52" fmla="*/ 1073552597 w 176"/>
                <a:gd name="T53" fmla="*/ 509901483 h 176"/>
                <a:gd name="T54" fmla="*/ 585573826 w 176"/>
                <a:gd name="T55" fmla="*/ 1121779692 h 176"/>
                <a:gd name="T56" fmla="*/ 1561531367 w 176"/>
                <a:gd name="T57" fmla="*/ 1121779692 h 176"/>
                <a:gd name="T58" fmla="*/ 1073552597 w 176"/>
                <a:gd name="T59" fmla="*/ 1835638197 h 176"/>
                <a:gd name="T60" fmla="*/ 1024755069 w 176"/>
                <a:gd name="T61" fmla="*/ 2147483646 h 176"/>
                <a:gd name="T62" fmla="*/ 1122350124 w 176"/>
                <a:gd name="T63" fmla="*/ 2147483646 h 176"/>
                <a:gd name="T64" fmla="*/ 1073552597 w 176"/>
                <a:gd name="T65" fmla="*/ 1835638197 h 17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Lst>
              <a:ahLst/>
              <a:cxnLst>
                <a:cxn ang="T66">
                  <a:pos x="T0" y="T1"/>
                </a:cxn>
                <a:cxn ang="T67">
                  <a:pos x="T2" y="T3"/>
                </a:cxn>
                <a:cxn ang="T68">
                  <a:pos x="T4" y="T5"/>
                </a:cxn>
                <a:cxn ang="T69">
                  <a:pos x="T6" y="T7"/>
                </a:cxn>
                <a:cxn ang="T70">
                  <a:pos x="T8" y="T9"/>
                </a:cxn>
                <a:cxn ang="T71">
                  <a:pos x="T10" y="T11"/>
                </a:cxn>
                <a:cxn ang="T72">
                  <a:pos x="T12" y="T13"/>
                </a:cxn>
                <a:cxn ang="T73">
                  <a:pos x="T14" y="T15"/>
                </a:cxn>
                <a:cxn ang="T74">
                  <a:pos x="T16" y="T17"/>
                </a:cxn>
                <a:cxn ang="T75">
                  <a:pos x="T18" y="T19"/>
                </a:cxn>
                <a:cxn ang="T76">
                  <a:pos x="T20" y="T21"/>
                </a:cxn>
                <a:cxn ang="T77">
                  <a:pos x="T22" y="T23"/>
                </a:cxn>
                <a:cxn ang="T78">
                  <a:pos x="T24" y="T25"/>
                </a:cxn>
                <a:cxn ang="T79">
                  <a:pos x="T26" y="T27"/>
                </a:cxn>
                <a:cxn ang="T80">
                  <a:pos x="T28" y="T29"/>
                </a:cxn>
                <a:cxn ang="T81">
                  <a:pos x="T30" y="T31"/>
                </a:cxn>
                <a:cxn ang="T82">
                  <a:pos x="T32" y="T33"/>
                </a:cxn>
                <a:cxn ang="T83">
                  <a:pos x="T34" y="T35"/>
                </a:cxn>
                <a:cxn ang="T84">
                  <a:pos x="T36" y="T37"/>
                </a:cxn>
                <a:cxn ang="T85">
                  <a:pos x="T38" y="T39"/>
                </a:cxn>
                <a:cxn ang="T86">
                  <a:pos x="T40" y="T41"/>
                </a:cxn>
                <a:cxn ang="T87">
                  <a:pos x="T42" y="T43"/>
                </a:cxn>
                <a:cxn ang="T88">
                  <a:pos x="T44" y="T45"/>
                </a:cxn>
                <a:cxn ang="T89">
                  <a:pos x="T46" y="T47"/>
                </a:cxn>
                <a:cxn ang="T90">
                  <a:pos x="T48" y="T49"/>
                </a:cxn>
                <a:cxn ang="T91">
                  <a:pos x="T50" y="T51"/>
                </a:cxn>
                <a:cxn ang="T92">
                  <a:pos x="T52" y="T53"/>
                </a:cxn>
                <a:cxn ang="T93">
                  <a:pos x="T54" y="T55"/>
                </a:cxn>
                <a:cxn ang="T94">
                  <a:pos x="T56" y="T57"/>
                </a:cxn>
                <a:cxn ang="T95">
                  <a:pos x="T58" y="T59"/>
                </a:cxn>
                <a:cxn ang="T96">
                  <a:pos x="T60" y="T61"/>
                </a:cxn>
                <a:cxn ang="T97">
                  <a:pos x="T62" y="T63"/>
                </a:cxn>
                <a:cxn ang="T98">
                  <a:pos x="T64" y="T65"/>
                </a:cxn>
              </a:cxnLst>
              <a:rect l="0" t="0" r="r" b="b"/>
              <a:pathLst>
                <a:path w="176" h="176">
                  <a:moveTo>
                    <a:pt x="43" y="48"/>
                  </a:moveTo>
                  <a:cubicBezTo>
                    <a:pt x="44" y="50"/>
                    <a:pt x="47" y="50"/>
                    <a:pt x="48" y="48"/>
                  </a:cubicBezTo>
                  <a:cubicBezTo>
                    <a:pt x="50" y="47"/>
                    <a:pt x="50" y="44"/>
                    <a:pt x="48" y="43"/>
                  </a:cubicBezTo>
                  <a:cubicBezTo>
                    <a:pt x="31" y="26"/>
                    <a:pt x="31" y="26"/>
                    <a:pt x="31" y="26"/>
                  </a:cubicBezTo>
                  <a:cubicBezTo>
                    <a:pt x="30" y="24"/>
                    <a:pt x="27" y="24"/>
                    <a:pt x="26" y="26"/>
                  </a:cubicBezTo>
                  <a:cubicBezTo>
                    <a:pt x="24" y="27"/>
                    <a:pt x="24" y="30"/>
                    <a:pt x="26" y="31"/>
                  </a:cubicBezTo>
                  <a:lnTo>
                    <a:pt x="43" y="48"/>
                  </a:lnTo>
                  <a:close/>
                  <a:moveTo>
                    <a:pt x="32" y="88"/>
                  </a:moveTo>
                  <a:cubicBezTo>
                    <a:pt x="32" y="86"/>
                    <a:pt x="30" y="84"/>
                    <a:pt x="28" y="84"/>
                  </a:cubicBezTo>
                  <a:cubicBezTo>
                    <a:pt x="4" y="84"/>
                    <a:pt x="4" y="84"/>
                    <a:pt x="4" y="84"/>
                  </a:cubicBezTo>
                  <a:cubicBezTo>
                    <a:pt x="2" y="84"/>
                    <a:pt x="0" y="86"/>
                    <a:pt x="0" y="88"/>
                  </a:cubicBezTo>
                  <a:cubicBezTo>
                    <a:pt x="0" y="90"/>
                    <a:pt x="2" y="92"/>
                    <a:pt x="4" y="92"/>
                  </a:cubicBezTo>
                  <a:cubicBezTo>
                    <a:pt x="28" y="92"/>
                    <a:pt x="28" y="92"/>
                    <a:pt x="28" y="92"/>
                  </a:cubicBezTo>
                  <a:cubicBezTo>
                    <a:pt x="30" y="92"/>
                    <a:pt x="32" y="90"/>
                    <a:pt x="32" y="88"/>
                  </a:cubicBezTo>
                  <a:moveTo>
                    <a:pt x="88" y="32"/>
                  </a:moveTo>
                  <a:cubicBezTo>
                    <a:pt x="90" y="32"/>
                    <a:pt x="92" y="30"/>
                    <a:pt x="92" y="28"/>
                  </a:cubicBezTo>
                  <a:cubicBezTo>
                    <a:pt x="92" y="4"/>
                    <a:pt x="92" y="4"/>
                    <a:pt x="92" y="4"/>
                  </a:cubicBezTo>
                  <a:cubicBezTo>
                    <a:pt x="92" y="2"/>
                    <a:pt x="90" y="0"/>
                    <a:pt x="88" y="0"/>
                  </a:cubicBezTo>
                  <a:cubicBezTo>
                    <a:pt x="86" y="0"/>
                    <a:pt x="84" y="2"/>
                    <a:pt x="84" y="4"/>
                  </a:cubicBezTo>
                  <a:cubicBezTo>
                    <a:pt x="84" y="28"/>
                    <a:pt x="84" y="28"/>
                    <a:pt x="84" y="28"/>
                  </a:cubicBezTo>
                  <a:cubicBezTo>
                    <a:pt x="84" y="30"/>
                    <a:pt x="86" y="32"/>
                    <a:pt x="88" y="32"/>
                  </a:cubicBezTo>
                  <a:moveTo>
                    <a:pt x="133" y="48"/>
                  </a:moveTo>
                  <a:cubicBezTo>
                    <a:pt x="150" y="31"/>
                    <a:pt x="150" y="31"/>
                    <a:pt x="150" y="31"/>
                  </a:cubicBezTo>
                  <a:cubicBezTo>
                    <a:pt x="152" y="30"/>
                    <a:pt x="152" y="27"/>
                    <a:pt x="150" y="26"/>
                  </a:cubicBezTo>
                  <a:cubicBezTo>
                    <a:pt x="149" y="24"/>
                    <a:pt x="146" y="24"/>
                    <a:pt x="145" y="26"/>
                  </a:cubicBezTo>
                  <a:cubicBezTo>
                    <a:pt x="128" y="43"/>
                    <a:pt x="128" y="43"/>
                    <a:pt x="128" y="43"/>
                  </a:cubicBezTo>
                  <a:cubicBezTo>
                    <a:pt x="126" y="44"/>
                    <a:pt x="126" y="47"/>
                    <a:pt x="128" y="48"/>
                  </a:cubicBezTo>
                  <a:cubicBezTo>
                    <a:pt x="129" y="50"/>
                    <a:pt x="132" y="50"/>
                    <a:pt x="133" y="48"/>
                  </a:cubicBezTo>
                  <a:moveTo>
                    <a:pt x="43" y="128"/>
                  </a:moveTo>
                  <a:cubicBezTo>
                    <a:pt x="26" y="145"/>
                    <a:pt x="26" y="145"/>
                    <a:pt x="26" y="145"/>
                  </a:cubicBezTo>
                  <a:cubicBezTo>
                    <a:pt x="24" y="146"/>
                    <a:pt x="24" y="149"/>
                    <a:pt x="26" y="150"/>
                  </a:cubicBezTo>
                  <a:cubicBezTo>
                    <a:pt x="27" y="152"/>
                    <a:pt x="30" y="152"/>
                    <a:pt x="31" y="150"/>
                  </a:cubicBezTo>
                  <a:cubicBezTo>
                    <a:pt x="48" y="133"/>
                    <a:pt x="48" y="133"/>
                    <a:pt x="48" y="133"/>
                  </a:cubicBezTo>
                  <a:cubicBezTo>
                    <a:pt x="50" y="132"/>
                    <a:pt x="50" y="129"/>
                    <a:pt x="48" y="128"/>
                  </a:cubicBezTo>
                  <a:cubicBezTo>
                    <a:pt x="47" y="126"/>
                    <a:pt x="44" y="126"/>
                    <a:pt x="43" y="128"/>
                  </a:cubicBezTo>
                  <a:moveTo>
                    <a:pt x="172" y="84"/>
                  </a:moveTo>
                  <a:cubicBezTo>
                    <a:pt x="148" y="84"/>
                    <a:pt x="148" y="84"/>
                    <a:pt x="148" y="84"/>
                  </a:cubicBezTo>
                  <a:cubicBezTo>
                    <a:pt x="146" y="84"/>
                    <a:pt x="144" y="86"/>
                    <a:pt x="144" y="88"/>
                  </a:cubicBezTo>
                  <a:cubicBezTo>
                    <a:pt x="144" y="90"/>
                    <a:pt x="146" y="92"/>
                    <a:pt x="148" y="92"/>
                  </a:cubicBezTo>
                  <a:cubicBezTo>
                    <a:pt x="172" y="92"/>
                    <a:pt x="172" y="92"/>
                    <a:pt x="172" y="92"/>
                  </a:cubicBezTo>
                  <a:cubicBezTo>
                    <a:pt x="174" y="92"/>
                    <a:pt x="176" y="90"/>
                    <a:pt x="176" y="88"/>
                  </a:cubicBezTo>
                  <a:cubicBezTo>
                    <a:pt x="176" y="86"/>
                    <a:pt x="174" y="84"/>
                    <a:pt x="172" y="84"/>
                  </a:cubicBezTo>
                  <a:moveTo>
                    <a:pt x="133" y="128"/>
                  </a:moveTo>
                  <a:cubicBezTo>
                    <a:pt x="132" y="126"/>
                    <a:pt x="129" y="126"/>
                    <a:pt x="128" y="128"/>
                  </a:cubicBezTo>
                  <a:cubicBezTo>
                    <a:pt x="126" y="129"/>
                    <a:pt x="126" y="132"/>
                    <a:pt x="128" y="133"/>
                  </a:cubicBezTo>
                  <a:cubicBezTo>
                    <a:pt x="145" y="150"/>
                    <a:pt x="145" y="150"/>
                    <a:pt x="145" y="150"/>
                  </a:cubicBezTo>
                  <a:cubicBezTo>
                    <a:pt x="146" y="152"/>
                    <a:pt x="149" y="152"/>
                    <a:pt x="150" y="150"/>
                  </a:cubicBezTo>
                  <a:cubicBezTo>
                    <a:pt x="152" y="149"/>
                    <a:pt x="152" y="146"/>
                    <a:pt x="150" y="145"/>
                  </a:cubicBezTo>
                  <a:lnTo>
                    <a:pt x="133" y="128"/>
                  </a:lnTo>
                  <a:close/>
                  <a:moveTo>
                    <a:pt x="88" y="40"/>
                  </a:moveTo>
                  <a:cubicBezTo>
                    <a:pt x="61" y="40"/>
                    <a:pt x="40" y="61"/>
                    <a:pt x="40" y="88"/>
                  </a:cubicBezTo>
                  <a:cubicBezTo>
                    <a:pt x="40" y="115"/>
                    <a:pt x="61" y="136"/>
                    <a:pt x="88" y="136"/>
                  </a:cubicBezTo>
                  <a:cubicBezTo>
                    <a:pt x="115" y="136"/>
                    <a:pt x="136" y="115"/>
                    <a:pt x="136" y="88"/>
                  </a:cubicBezTo>
                  <a:cubicBezTo>
                    <a:pt x="136" y="61"/>
                    <a:pt x="115" y="40"/>
                    <a:pt x="88" y="40"/>
                  </a:cubicBezTo>
                  <a:moveTo>
                    <a:pt x="88" y="128"/>
                  </a:moveTo>
                  <a:cubicBezTo>
                    <a:pt x="66" y="128"/>
                    <a:pt x="48" y="110"/>
                    <a:pt x="48" y="88"/>
                  </a:cubicBezTo>
                  <a:cubicBezTo>
                    <a:pt x="48" y="66"/>
                    <a:pt x="66" y="48"/>
                    <a:pt x="88" y="48"/>
                  </a:cubicBezTo>
                  <a:cubicBezTo>
                    <a:pt x="110" y="48"/>
                    <a:pt x="128" y="66"/>
                    <a:pt x="128" y="88"/>
                  </a:cubicBezTo>
                  <a:cubicBezTo>
                    <a:pt x="128" y="110"/>
                    <a:pt x="110" y="128"/>
                    <a:pt x="88" y="128"/>
                  </a:cubicBezTo>
                  <a:moveTo>
                    <a:pt x="88" y="144"/>
                  </a:moveTo>
                  <a:cubicBezTo>
                    <a:pt x="86" y="144"/>
                    <a:pt x="84" y="146"/>
                    <a:pt x="84" y="148"/>
                  </a:cubicBezTo>
                  <a:cubicBezTo>
                    <a:pt x="84" y="172"/>
                    <a:pt x="84" y="172"/>
                    <a:pt x="84" y="172"/>
                  </a:cubicBezTo>
                  <a:cubicBezTo>
                    <a:pt x="84" y="174"/>
                    <a:pt x="86" y="176"/>
                    <a:pt x="88" y="176"/>
                  </a:cubicBezTo>
                  <a:cubicBezTo>
                    <a:pt x="90" y="176"/>
                    <a:pt x="92" y="174"/>
                    <a:pt x="92" y="172"/>
                  </a:cubicBezTo>
                  <a:cubicBezTo>
                    <a:pt x="92" y="148"/>
                    <a:pt x="92" y="148"/>
                    <a:pt x="92" y="148"/>
                  </a:cubicBezTo>
                  <a:cubicBezTo>
                    <a:pt x="92" y="146"/>
                    <a:pt x="90" y="144"/>
                    <a:pt x="88" y="144"/>
                  </a:cubicBezTo>
                </a:path>
              </a:pathLst>
            </a:custGeom>
            <a:solidFill>
              <a:schemeClr val="accent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s-ES"/>
            </a:p>
          </p:txBody>
        </p:sp>
        <p:sp>
          <p:nvSpPr>
            <p:cNvPr id="13326" name="TextBox 54">
              <a:extLst>
                <a:ext uri="{FF2B5EF4-FFF2-40B4-BE49-F238E27FC236}">
                  <a16:creationId xmlns:a16="http://schemas.microsoft.com/office/drawing/2014/main" id="{ACBF8C90-7CEB-32A5-8212-004D9E2198CF}"/>
                </a:ext>
              </a:extLst>
            </p:cNvPr>
            <p:cNvSpPr txBox="1">
              <a:spLocks noChangeArrowheads="1"/>
            </p:cNvSpPr>
            <p:nvPr/>
          </p:nvSpPr>
          <p:spPr bwMode="auto">
            <a:xfrm>
              <a:off x="9194237" y="5094513"/>
              <a:ext cx="3583726" cy="31854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marL="341313" indent="-341313">
                <a:defRPr sz="2700">
                  <a:solidFill>
                    <a:schemeClr val="tx1"/>
                  </a:solidFill>
                  <a:latin typeface="Franklin Gothic Book" panose="020B0503020102020204" pitchFamily="34" charset="0"/>
                </a:defRPr>
              </a:lvl1pPr>
              <a:lvl2pPr marL="742950" indent="-285750">
                <a:defRPr sz="2700">
                  <a:solidFill>
                    <a:schemeClr val="tx1"/>
                  </a:solidFill>
                  <a:latin typeface="Franklin Gothic Book" panose="020B0503020102020204" pitchFamily="34" charset="0"/>
                </a:defRPr>
              </a:lvl2pPr>
              <a:lvl3pPr marL="1143000" indent="-228600">
                <a:defRPr sz="2700">
                  <a:solidFill>
                    <a:schemeClr val="tx1"/>
                  </a:solidFill>
                  <a:latin typeface="Franklin Gothic Book" panose="020B0503020102020204" pitchFamily="34" charset="0"/>
                </a:defRPr>
              </a:lvl3pPr>
              <a:lvl4pPr marL="1600200" indent="-228600">
                <a:defRPr sz="2700">
                  <a:solidFill>
                    <a:schemeClr val="tx1"/>
                  </a:solidFill>
                  <a:latin typeface="Franklin Gothic Book" panose="020B0503020102020204" pitchFamily="34" charset="0"/>
                </a:defRPr>
              </a:lvl4pPr>
              <a:lvl5pPr marL="2057400" indent="-228600">
                <a:defRPr sz="2700">
                  <a:solidFill>
                    <a:schemeClr val="tx1"/>
                  </a:solidFill>
                  <a:latin typeface="Franklin Gothic Book" panose="020B0503020102020204" pitchFamily="34" charset="0"/>
                </a:defRPr>
              </a:lvl5pPr>
              <a:lvl6pPr marL="2514600" indent="-228600" defTabSz="1370013" eaLnBrk="0" fontAlgn="base" hangingPunct="0">
                <a:spcBef>
                  <a:spcPct val="0"/>
                </a:spcBef>
                <a:spcAft>
                  <a:spcPct val="0"/>
                </a:spcAft>
                <a:defRPr sz="2700">
                  <a:solidFill>
                    <a:schemeClr val="tx1"/>
                  </a:solidFill>
                  <a:latin typeface="Franklin Gothic Book" panose="020B0503020102020204" pitchFamily="34" charset="0"/>
                </a:defRPr>
              </a:lvl6pPr>
              <a:lvl7pPr marL="2971800" indent="-228600" defTabSz="1370013" eaLnBrk="0" fontAlgn="base" hangingPunct="0">
                <a:spcBef>
                  <a:spcPct val="0"/>
                </a:spcBef>
                <a:spcAft>
                  <a:spcPct val="0"/>
                </a:spcAft>
                <a:defRPr sz="2700">
                  <a:solidFill>
                    <a:schemeClr val="tx1"/>
                  </a:solidFill>
                  <a:latin typeface="Franklin Gothic Book" panose="020B0503020102020204" pitchFamily="34" charset="0"/>
                </a:defRPr>
              </a:lvl7pPr>
              <a:lvl8pPr marL="3429000" indent="-228600" defTabSz="1370013" eaLnBrk="0" fontAlgn="base" hangingPunct="0">
                <a:spcBef>
                  <a:spcPct val="0"/>
                </a:spcBef>
                <a:spcAft>
                  <a:spcPct val="0"/>
                </a:spcAft>
                <a:defRPr sz="2700">
                  <a:solidFill>
                    <a:schemeClr val="tx1"/>
                  </a:solidFill>
                  <a:latin typeface="Franklin Gothic Book" panose="020B0503020102020204" pitchFamily="34" charset="0"/>
                </a:defRPr>
              </a:lvl8pPr>
              <a:lvl9pPr marL="3886200" indent="-228600" defTabSz="1370013" eaLnBrk="0" fontAlgn="base" hangingPunct="0">
                <a:spcBef>
                  <a:spcPct val="0"/>
                </a:spcBef>
                <a:spcAft>
                  <a:spcPct val="0"/>
                </a:spcAft>
                <a:defRPr sz="2700">
                  <a:solidFill>
                    <a:schemeClr val="tx1"/>
                  </a:solidFill>
                  <a:latin typeface="Franklin Gothic Book" panose="020B0503020102020204" pitchFamily="34" charset="0"/>
                </a:defRPr>
              </a:lvl9pPr>
            </a:lstStyle>
            <a:p>
              <a:pPr eaLnBrk="1" hangingPunct="1">
                <a:spcAft>
                  <a:spcPts val="1000"/>
                </a:spcAft>
                <a:buClr>
                  <a:schemeClr val="accent1"/>
                </a:buClr>
                <a:buFont typeface="Wingdings" panose="05000000000000000000" pitchFamily="2" charset="2"/>
                <a:buChar char="ü"/>
              </a:pPr>
              <a:r>
                <a:rPr lang="es-ES_tradnl" altLang="es-ES" sz="1900">
                  <a:solidFill>
                    <a:schemeClr val="tx2"/>
                  </a:solidFill>
                </a:rPr>
                <a:t>SHAP identifica V14, V4, V12 y V10</a:t>
              </a:r>
            </a:p>
            <a:p>
              <a:pPr eaLnBrk="1" hangingPunct="1">
                <a:spcAft>
                  <a:spcPts val="1000"/>
                </a:spcAft>
                <a:buClr>
                  <a:schemeClr val="accent1"/>
                </a:buClr>
                <a:buFont typeface="Wingdings" panose="05000000000000000000" pitchFamily="2" charset="2"/>
                <a:buChar char="ü"/>
              </a:pPr>
              <a:r>
                <a:rPr lang="es-ES_tradnl" altLang="es-ES" sz="1900">
                  <a:solidFill>
                    <a:schemeClr val="tx2"/>
                  </a:solidFill>
                </a:rPr>
                <a:t>Explicaciones globales y por transacción</a:t>
              </a:r>
            </a:p>
            <a:p>
              <a:pPr eaLnBrk="1" hangingPunct="1">
                <a:spcAft>
                  <a:spcPts val="1000"/>
                </a:spcAft>
                <a:buClr>
                  <a:schemeClr val="accent1"/>
                </a:buClr>
                <a:buFont typeface="Wingdings" panose="05000000000000000000" pitchFamily="2" charset="2"/>
                <a:buChar char="ü"/>
              </a:pPr>
              <a:r>
                <a:rPr lang="es-ES_tradnl" altLang="es-ES" sz="1900">
                  <a:solidFill>
                    <a:schemeClr val="tx2"/>
                  </a:solidFill>
                </a:rPr>
                <a:t>Base para auditoría</a:t>
              </a:r>
            </a:p>
          </p:txBody>
        </p:sp>
      </p:grpSp>
      <p:sp>
        <p:nvSpPr>
          <p:cNvPr id="44" name="TextBox 43">
            <a:extLst>
              <a:ext uri="{FF2B5EF4-FFF2-40B4-BE49-F238E27FC236}">
                <a16:creationId xmlns:a16="http://schemas.microsoft.com/office/drawing/2014/main" id="{4C41E2B4-4C72-BAC1-F672-DB10CB32325E}"/>
              </a:ext>
            </a:extLst>
          </p:cNvPr>
          <p:cNvSpPr txBox="1"/>
          <p:nvPr/>
        </p:nvSpPr>
        <p:spPr>
          <a:xfrm>
            <a:off x="13277850" y="3706813"/>
            <a:ext cx="3640138" cy="647700"/>
          </a:xfrm>
          <a:prstGeom prst="rect">
            <a:avLst/>
          </a:prstGeom>
          <a:noFill/>
        </p:spPr>
        <p:txBody>
          <a:bodyPr>
            <a:spAutoFit/>
          </a:bodyPr>
          <a:lstStyle/>
          <a:p>
            <a:pPr defTabSz="1371408" eaLnBrk="1" fontAlgn="auto" hangingPunct="1">
              <a:spcBef>
                <a:spcPts val="0"/>
              </a:spcBef>
              <a:spcAft>
                <a:spcPts val="0"/>
              </a:spcAft>
              <a:defRPr/>
            </a:pPr>
            <a:r>
              <a:rPr lang="es-ES_tradnl" sz="2600" err="1">
                <a:solidFill>
                  <a:srgbClr val="00566C"/>
                </a:solidFill>
                <a:latin typeface="+mj-lt"/>
              </a:rPr>
              <a:t>Generalización</a:t>
            </a:r>
          </a:p>
        </p:txBody>
      </p:sp>
      <p:sp>
        <p:nvSpPr>
          <p:cNvPr id="46" name="Freeform 371">
            <a:extLst>
              <a:ext uri="{FF2B5EF4-FFF2-40B4-BE49-F238E27FC236}">
                <a16:creationId xmlns:a16="http://schemas.microsoft.com/office/drawing/2014/main" id="{1A4DF130-CEC9-966D-66C3-5A8D5C8711AB}"/>
              </a:ext>
            </a:extLst>
          </p:cNvPr>
          <p:cNvSpPr>
            <a:spLocks noEditPoints="1"/>
          </p:cNvSpPr>
          <p:nvPr/>
        </p:nvSpPr>
        <p:spPr bwMode="auto">
          <a:xfrm>
            <a:off x="13277850" y="2933700"/>
            <a:ext cx="628650" cy="628650"/>
          </a:xfrm>
          <a:custGeom>
            <a:avLst/>
            <a:gdLst>
              <a:gd name="T0" fmla="*/ 96 w 176"/>
              <a:gd name="T1" fmla="*/ 124 h 176"/>
              <a:gd name="T2" fmla="*/ 92 w 176"/>
              <a:gd name="T3" fmla="*/ 120 h 176"/>
              <a:gd name="T4" fmla="*/ 89 w 176"/>
              <a:gd name="T5" fmla="*/ 121 h 176"/>
              <a:gd name="T6" fmla="*/ 65 w 176"/>
              <a:gd name="T7" fmla="*/ 145 h 176"/>
              <a:gd name="T8" fmla="*/ 64 w 176"/>
              <a:gd name="T9" fmla="*/ 148 h 176"/>
              <a:gd name="T10" fmla="*/ 68 w 176"/>
              <a:gd name="T11" fmla="*/ 152 h 176"/>
              <a:gd name="T12" fmla="*/ 82 w 176"/>
              <a:gd name="T13" fmla="*/ 152 h 176"/>
              <a:gd name="T14" fmla="*/ 65 w 176"/>
              <a:gd name="T15" fmla="*/ 169 h 176"/>
              <a:gd name="T16" fmla="*/ 64 w 176"/>
              <a:gd name="T17" fmla="*/ 172 h 176"/>
              <a:gd name="T18" fmla="*/ 68 w 176"/>
              <a:gd name="T19" fmla="*/ 176 h 176"/>
              <a:gd name="T20" fmla="*/ 71 w 176"/>
              <a:gd name="T21" fmla="*/ 175 h 176"/>
              <a:gd name="T22" fmla="*/ 95 w 176"/>
              <a:gd name="T23" fmla="*/ 151 h 176"/>
              <a:gd name="T24" fmla="*/ 96 w 176"/>
              <a:gd name="T25" fmla="*/ 148 h 176"/>
              <a:gd name="T26" fmla="*/ 92 w 176"/>
              <a:gd name="T27" fmla="*/ 144 h 176"/>
              <a:gd name="T28" fmla="*/ 92 w 176"/>
              <a:gd name="T29" fmla="*/ 144 h 176"/>
              <a:gd name="T30" fmla="*/ 78 w 176"/>
              <a:gd name="T31" fmla="*/ 144 h 176"/>
              <a:gd name="T32" fmla="*/ 95 w 176"/>
              <a:gd name="T33" fmla="*/ 127 h 176"/>
              <a:gd name="T34" fmla="*/ 96 w 176"/>
              <a:gd name="T35" fmla="*/ 124 h 176"/>
              <a:gd name="T36" fmla="*/ 52 w 176"/>
              <a:gd name="T37" fmla="*/ 128 h 176"/>
              <a:gd name="T38" fmla="*/ 49 w 176"/>
              <a:gd name="T39" fmla="*/ 129 h 176"/>
              <a:gd name="T40" fmla="*/ 25 w 176"/>
              <a:gd name="T41" fmla="*/ 153 h 176"/>
              <a:gd name="T42" fmla="*/ 24 w 176"/>
              <a:gd name="T43" fmla="*/ 156 h 176"/>
              <a:gd name="T44" fmla="*/ 28 w 176"/>
              <a:gd name="T45" fmla="*/ 160 h 176"/>
              <a:gd name="T46" fmla="*/ 31 w 176"/>
              <a:gd name="T47" fmla="*/ 159 h 176"/>
              <a:gd name="T48" fmla="*/ 55 w 176"/>
              <a:gd name="T49" fmla="*/ 135 h 176"/>
              <a:gd name="T50" fmla="*/ 56 w 176"/>
              <a:gd name="T51" fmla="*/ 132 h 176"/>
              <a:gd name="T52" fmla="*/ 52 w 176"/>
              <a:gd name="T53" fmla="*/ 128 h 176"/>
              <a:gd name="T54" fmla="*/ 152 w 176"/>
              <a:gd name="T55" fmla="*/ 41 h 176"/>
              <a:gd name="T56" fmla="*/ 152 w 176"/>
              <a:gd name="T57" fmla="*/ 40 h 176"/>
              <a:gd name="T58" fmla="*/ 128 w 176"/>
              <a:gd name="T59" fmla="*/ 16 h 176"/>
              <a:gd name="T60" fmla="*/ 112 w 176"/>
              <a:gd name="T61" fmla="*/ 22 h 176"/>
              <a:gd name="T62" fmla="*/ 72 w 176"/>
              <a:gd name="T63" fmla="*/ 0 h 176"/>
              <a:gd name="T64" fmla="*/ 25 w 176"/>
              <a:gd name="T65" fmla="*/ 41 h 176"/>
              <a:gd name="T66" fmla="*/ 0 w 176"/>
              <a:gd name="T67" fmla="*/ 72 h 176"/>
              <a:gd name="T68" fmla="*/ 32 w 176"/>
              <a:gd name="T69" fmla="*/ 104 h 176"/>
              <a:gd name="T70" fmla="*/ 144 w 176"/>
              <a:gd name="T71" fmla="*/ 104 h 176"/>
              <a:gd name="T72" fmla="*/ 176 w 176"/>
              <a:gd name="T73" fmla="*/ 72 h 176"/>
              <a:gd name="T74" fmla="*/ 152 w 176"/>
              <a:gd name="T75" fmla="*/ 41 h 176"/>
              <a:gd name="T76" fmla="*/ 144 w 176"/>
              <a:gd name="T77" fmla="*/ 96 h 176"/>
              <a:gd name="T78" fmla="*/ 32 w 176"/>
              <a:gd name="T79" fmla="*/ 96 h 176"/>
              <a:gd name="T80" fmla="*/ 8 w 176"/>
              <a:gd name="T81" fmla="*/ 72 h 176"/>
              <a:gd name="T82" fmla="*/ 26 w 176"/>
              <a:gd name="T83" fmla="*/ 49 h 176"/>
              <a:gd name="T84" fmla="*/ 32 w 176"/>
              <a:gd name="T85" fmla="*/ 42 h 176"/>
              <a:gd name="T86" fmla="*/ 72 w 176"/>
              <a:gd name="T87" fmla="*/ 8 h 176"/>
              <a:gd name="T88" fmla="*/ 102 w 176"/>
              <a:gd name="T89" fmla="*/ 22 h 176"/>
              <a:gd name="T90" fmla="*/ 111 w 176"/>
              <a:gd name="T91" fmla="*/ 30 h 176"/>
              <a:gd name="T92" fmla="*/ 112 w 176"/>
              <a:gd name="T93" fmla="*/ 30 h 176"/>
              <a:gd name="T94" fmla="*/ 117 w 176"/>
              <a:gd name="T95" fmla="*/ 28 h 176"/>
              <a:gd name="T96" fmla="*/ 128 w 176"/>
              <a:gd name="T97" fmla="*/ 24 h 176"/>
              <a:gd name="T98" fmla="*/ 144 w 176"/>
              <a:gd name="T99" fmla="*/ 40 h 176"/>
              <a:gd name="T100" fmla="*/ 144 w 176"/>
              <a:gd name="T101" fmla="*/ 41 h 176"/>
              <a:gd name="T102" fmla="*/ 150 w 176"/>
              <a:gd name="T103" fmla="*/ 49 h 176"/>
              <a:gd name="T104" fmla="*/ 168 w 176"/>
              <a:gd name="T105" fmla="*/ 72 h 176"/>
              <a:gd name="T106" fmla="*/ 144 w 176"/>
              <a:gd name="T107" fmla="*/ 96 h 176"/>
              <a:gd name="T108" fmla="*/ 136 w 176"/>
              <a:gd name="T109" fmla="*/ 128 h 176"/>
              <a:gd name="T110" fmla="*/ 133 w 176"/>
              <a:gd name="T111" fmla="*/ 129 h 176"/>
              <a:gd name="T112" fmla="*/ 109 w 176"/>
              <a:gd name="T113" fmla="*/ 153 h 176"/>
              <a:gd name="T114" fmla="*/ 108 w 176"/>
              <a:gd name="T115" fmla="*/ 156 h 176"/>
              <a:gd name="T116" fmla="*/ 112 w 176"/>
              <a:gd name="T117" fmla="*/ 160 h 176"/>
              <a:gd name="T118" fmla="*/ 115 w 176"/>
              <a:gd name="T119" fmla="*/ 159 h 176"/>
              <a:gd name="T120" fmla="*/ 139 w 176"/>
              <a:gd name="T121" fmla="*/ 135 h 176"/>
              <a:gd name="T122" fmla="*/ 140 w 176"/>
              <a:gd name="T123" fmla="*/ 132 h 176"/>
              <a:gd name="T124" fmla="*/ 136 w 176"/>
              <a:gd name="T125" fmla="*/ 128 h 1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176" h="176">
                <a:moveTo>
                  <a:pt x="96" y="124"/>
                </a:moveTo>
                <a:cubicBezTo>
                  <a:pt x="96" y="122"/>
                  <a:pt x="94" y="120"/>
                  <a:pt x="92" y="120"/>
                </a:cubicBezTo>
                <a:cubicBezTo>
                  <a:pt x="91" y="120"/>
                  <a:pt x="90" y="120"/>
                  <a:pt x="89" y="121"/>
                </a:cubicBezTo>
                <a:cubicBezTo>
                  <a:pt x="65" y="145"/>
                  <a:pt x="65" y="145"/>
                  <a:pt x="65" y="145"/>
                </a:cubicBezTo>
                <a:cubicBezTo>
                  <a:pt x="64" y="146"/>
                  <a:pt x="64" y="147"/>
                  <a:pt x="64" y="148"/>
                </a:cubicBezTo>
                <a:cubicBezTo>
                  <a:pt x="64" y="150"/>
                  <a:pt x="66" y="152"/>
                  <a:pt x="68" y="152"/>
                </a:cubicBezTo>
                <a:cubicBezTo>
                  <a:pt x="82" y="152"/>
                  <a:pt x="82" y="152"/>
                  <a:pt x="82" y="152"/>
                </a:cubicBezTo>
                <a:cubicBezTo>
                  <a:pt x="65" y="169"/>
                  <a:pt x="65" y="169"/>
                  <a:pt x="65" y="169"/>
                </a:cubicBezTo>
                <a:cubicBezTo>
                  <a:pt x="64" y="170"/>
                  <a:pt x="64" y="171"/>
                  <a:pt x="64" y="172"/>
                </a:cubicBezTo>
                <a:cubicBezTo>
                  <a:pt x="64" y="174"/>
                  <a:pt x="66" y="176"/>
                  <a:pt x="68" y="176"/>
                </a:cubicBezTo>
                <a:cubicBezTo>
                  <a:pt x="69" y="176"/>
                  <a:pt x="70" y="176"/>
                  <a:pt x="71" y="175"/>
                </a:cubicBezTo>
                <a:cubicBezTo>
                  <a:pt x="95" y="151"/>
                  <a:pt x="95" y="151"/>
                  <a:pt x="95" y="151"/>
                </a:cubicBezTo>
                <a:cubicBezTo>
                  <a:pt x="96" y="150"/>
                  <a:pt x="96" y="149"/>
                  <a:pt x="96" y="148"/>
                </a:cubicBezTo>
                <a:cubicBezTo>
                  <a:pt x="96" y="146"/>
                  <a:pt x="94" y="144"/>
                  <a:pt x="92" y="144"/>
                </a:cubicBezTo>
                <a:cubicBezTo>
                  <a:pt x="92" y="144"/>
                  <a:pt x="92" y="144"/>
                  <a:pt x="92" y="144"/>
                </a:cubicBezTo>
                <a:cubicBezTo>
                  <a:pt x="78" y="144"/>
                  <a:pt x="78" y="144"/>
                  <a:pt x="78" y="144"/>
                </a:cubicBezTo>
                <a:cubicBezTo>
                  <a:pt x="95" y="127"/>
                  <a:pt x="95" y="127"/>
                  <a:pt x="95" y="127"/>
                </a:cubicBezTo>
                <a:cubicBezTo>
                  <a:pt x="96" y="126"/>
                  <a:pt x="96" y="125"/>
                  <a:pt x="96" y="124"/>
                </a:cubicBezTo>
                <a:moveTo>
                  <a:pt x="52" y="128"/>
                </a:moveTo>
                <a:cubicBezTo>
                  <a:pt x="51" y="128"/>
                  <a:pt x="50" y="128"/>
                  <a:pt x="49" y="129"/>
                </a:cubicBezTo>
                <a:cubicBezTo>
                  <a:pt x="25" y="153"/>
                  <a:pt x="25" y="153"/>
                  <a:pt x="25" y="153"/>
                </a:cubicBezTo>
                <a:cubicBezTo>
                  <a:pt x="24" y="154"/>
                  <a:pt x="24" y="155"/>
                  <a:pt x="24" y="156"/>
                </a:cubicBezTo>
                <a:cubicBezTo>
                  <a:pt x="24" y="158"/>
                  <a:pt x="26" y="160"/>
                  <a:pt x="28" y="160"/>
                </a:cubicBezTo>
                <a:cubicBezTo>
                  <a:pt x="29" y="160"/>
                  <a:pt x="30" y="160"/>
                  <a:pt x="31" y="159"/>
                </a:cubicBezTo>
                <a:cubicBezTo>
                  <a:pt x="55" y="135"/>
                  <a:pt x="55" y="135"/>
                  <a:pt x="55" y="135"/>
                </a:cubicBezTo>
                <a:cubicBezTo>
                  <a:pt x="56" y="134"/>
                  <a:pt x="56" y="133"/>
                  <a:pt x="56" y="132"/>
                </a:cubicBezTo>
                <a:cubicBezTo>
                  <a:pt x="56" y="130"/>
                  <a:pt x="54" y="128"/>
                  <a:pt x="52" y="128"/>
                </a:cubicBezTo>
                <a:moveTo>
                  <a:pt x="152" y="41"/>
                </a:moveTo>
                <a:cubicBezTo>
                  <a:pt x="152" y="41"/>
                  <a:pt x="152" y="40"/>
                  <a:pt x="152" y="40"/>
                </a:cubicBezTo>
                <a:cubicBezTo>
                  <a:pt x="152" y="27"/>
                  <a:pt x="141" y="16"/>
                  <a:pt x="128" y="16"/>
                </a:cubicBezTo>
                <a:cubicBezTo>
                  <a:pt x="122" y="16"/>
                  <a:pt x="116" y="18"/>
                  <a:pt x="112" y="22"/>
                </a:cubicBezTo>
                <a:cubicBezTo>
                  <a:pt x="104" y="9"/>
                  <a:pt x="89" y="0"/>
                  <a:pt x="72" y="0"/>
                </a:cubicBezTo>
                <a:cubicBezTo>
                  <a:pt x="48" y="0"/>
                  <a:pt x="28" y="18"/>
                  <a:pt x="25" y="41"/>
                </a:cubicBezTo>
                <a:cubicBezTo>
                  <a:pt x="10" y="44"/>
                  <a:pt x="0" y="57"/>
                  <a:pt x="0" y="72"/>
                </a:cubicBezTo>
                <a:cubicBezTo>
                  <a:pt x="0" y="90"/>
                  <a:pt x="14" y="104"/>
                  <a:pt x="32" y="104"/>
                </a:cubicBezTo>
                <a:cubicBezTo>
                  <a:pt x="144" y="104"/>
                  <a:pt x="144" y="104"/>
                  <a:pt x="144" y="104"/>
                </a:cubicBezTo>
                <a:cubicBezTo>
                  <a:pt x="162" y="104"/>
                  <a:pt x="176" y="90"/>
                  <a:pt x="176" y="72"/>
                </a:cubicBezTo>
                <a:cubicBezTo>
                  <a:pt x="176" y="57"/>
                  <a:pt x="166" y="45"/>
                  <a:pt x="152" y="41"/>
                </a:cubicBezTo>
                <a:moveTo>
                  <a:pt x="144" y="96"/>
                </a:moveTo>
                <a:cubicBezTo>
                  <a:pt x="32" y="96"/>
                  <a:pt x="32" y="96"/>
                  <a:pt x="32" y="96"/>
                </a:cubicBezTo>
                <a:cubicBezTo>
                  <a:pt x="19" y="96"/>
                  <a:pt x="8" y="85"/>
                  <a:pt x="8" y="72"/>
                </a:cubicBezTo>
                <a:cubicBezTo>
                  <a:pt x="8" y="61"/>
                  <a:pt x="16" y="51"/>
                  <a:pt x="26" y="49"/>
                </a:cubicBezTo>
                <a:cubicBezTo>
                  <a:pt x="30" y="48"/>
                  <a:pt x="32" y="45"/>
                  <a:pt x="32" y="42"/>
                </a:cubicBezTo>
                <a:cubicBezTo>
                  <a:pt x="35" y="23"/>
                  <a:pt x="52" y="8"/>
                  <a:pt x="72" y="8"/>
                </a:cubicBezTo>
                <a:cubicBezTo>
                  <a:pt x="86" y="8"/>
                  <a:pt x="94" y="11"/>
                  <a:pt x="102" y="22"/>
                </a:cubicBezTo>
                <a:cubicBezTo>
                  <a:pt x="103" y="24"/>
                  <a:pt x="109" y="30"/>
                  <a:pt x="111" y="30"/>
                </a:cubicBezTo>
                <a:cubicBezTo>
                  <a:pt x="111" y="30"/>
                  <a:pt x="112" y="30"/>
                  <a:pt x="112" y="30"/>
                </a:cubicBezTo>
                <a:cubicBezTo>
                  <a:pt x="114" y="30"/>
                  <a:pt x="116" y="29"/>
                  <a:pt x="117" y="28"/>
                </a:cubicBezTo>
                <a:cubicBezTo>
                  <a:pt x="120" y="25"/>
                  <a:pt x="124" y="24"/>
                  <a:pt x="128" y="24"/>
                </a:cubicBezTo>
                <a:cubicBezTo>
                  <a:pt x="137" y="24"/>
                  <a:pt x="144" y="31"/>
                  <a:pt x="144" y="40"/>
                </a:cubicBezTo>
                <a:cubicBezTo>
                  <a:pt x="144" y="41"/>
                  <a:pt x="144" y="41"/>
                  <a:pt x="144" y="41"/>
                </a:cubicBezTo>
                <a:cubicBezTo>
                  <a:pt x="144" y="44"/>
                  <a:pt x="146" y="48"/>
                  <a:pt x="150" y="49"/>
                </a:cubicBezTo>
                <a:cubicBezTo>
                  <a:pt x="161" y="52"/>
                  <a:pt x="168" y="61"/>
                  <a:pt x="168" y="72"/>
                </a:cubicBezTo>
                <a:cubicBezTo>
                  <a:pt x="168" y="85"/>
                  <a:pt x="157" y="96"/>
                  <a:pt x="144" y="96"/>
                </a:cubicBezTo>
                <a:moveTo>
                  <a:pt x="136" y="128"/>
                </a:moveTo>
                <a:cubicBezTo>
                  <a:pt x="135" y="128"/>
                  <a:pt x="134" y="128"/>
                  <a:pt x="133" y="129"/>
                </a:cubicBezTo>
                <a:cubicBezTo>
                  <a:pt x="109" y="153"/>
                  <a:pt x="109" y="153"/>
                  <a:pt x="109" y="153"/>
                </a:cubicBezTo>
                <a:cubicBezTo>
                  <a:pt x="108" y="154"/>
                  <a:pt x="108" y="155"/>
                  <a:pt x="108" y="156"/>
                </a:cubicBezTo>
                <a:cubicBezTo>
                  <a:pt x="108" y="158"/>
                  <a:pt x="110" y="160"/>
                  <a:pt x="112" y="160"/>
                </a:cubicBezTo>
                <a:cubicBezTo>
                  <a:pt x="113" y="160"/>
                  <a:pt x="114" y="160"/>
                  <a:pt x="115" y="159"/>
                </a:cubicBezTo>
                <a:cubicBezTo>
                  <a:pt x="139" y="135"/>
                  <a:pt x="139" y="135"/>
                  <a:pt x="139" y="135"/>
                </a:cubicBezTo>
                <a:cubicBezTo>
                  <a:pt x="140" y="134"/>
                  <a:pt x="140" y="133"/>
                  <a:pt x="140" y="132"/>
                </a:cubicBezTo>
                <a:cubicBezTo>
                  <a:pt x="140" y="130"/>
                  <a:pt x="138" y="128"/>
                  <a:pt x="136" y="128"/>
                </a:cubicBezTo>
              </a:path>
            </a:pathLst>
          </a:custGeom>
          <a:solidFill>
            <a:schemeClr val="accent5"/>
          </a:solidFill>
          <a:ln>
            <a:noFill/>
          </a:ln>
        </p:spPr>
        <p:txBody>
          <a:bodyPr/>
          <a:lstStyle/>
          <a:p>
            <a:pPr defTabSz="1371408" eaLnBrk="1" fontAlgn="auto" hangingPunct="1">
              <a:spcBef>
                <a:spcPts val="0"/>
              </a:spcBef>
              <a:spcAft>
                <a:spcPts val="0"/>
              </a:spcAft>
              <a:defRPr/>
            </a:pPr>
            <a:endParaRPr lang="uk-UA">
              <a:latin typeface="+mn-lt"/>
            </a:endParaRPr>
          </a:p>
        </p:txBody>
      </p:sp>
      <p:sp>
        <p:nvSpPr>
          <p:cNvPr id="13322" name="TextBox 55">
            <a:extLst>
              <a:ext uri="{FF2B5EF4-FFF2-40B4-BE49-F238E27FC236}">
                <a16:creationId xmlns:a16="http://schemas.microsoft.com/office/drawing/2014/main" id="{09D37F1A-7954-E610-ADEE-CA39FF10A84F}"/>
              </a:ext>
            </a:extLst>
          </p:cNvPr>
          <p:cNvSpPr txBox="1">
            <a:spLocks noChangeArrowheads="1"/>
          </p:cNvSpPr>
          <p:nvPr/>
        </p:nvSpPr>
        <p:spPr bwMode="auto">
          <a:xfrm>
            <a:off x="13277850" y="4721225"/>
            <a:ext cx="3584575" cy="31861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marL="341313" indent="-341313">
              <a:defRPr sz="2700">
                <a:solidFill>
                  <a:schemeClr val="tx1"/>
                </a:solidFill>
                <a:latin typeface="Franklin Gothic Book" panose="020B0503020102020204" pitchFamily="34" charset="0"/>
              </a:defRPr>
            </a:lvl1pPr>
            <a:lvl2pPr marL="742950" indent="-285750">
              <a:defRPr sz="2700">
                <a:solidFill>
                  <a:schemeClr val="tx1"/>
                </a:solidFill>
                <a:latin typeface="Franklin Gothic Book" panose="020B0503020102020204" pitchFamily="34" charset="0"/>
              </a:defRPr>
            </a:lvl2pPr>
            <a:lvl3pPr marL="1143000" indent="-228600">
              <a:defRPr sz="2700">
                <a:solidFill>
                  <a:schemeClr val="tx1"/>
                </a:solidFill>
                <a:latin typeface="Franklin Gothic Book" panose="020B0503020102020204" pitchFamily="34" charset="0"/>
              </a:defRPr>
            </a:lvl3pPr>
            <a:lvl4pPr marL="1600200" indent="-228600">
              <a:defRPr sz="2700">
                <a:solidFill>
                  <a:schemeClr val="tx1"/>
                </a:solidFill>
                <a:latin typeface="Franklin Gothic Book" panose="020B0503020102020204" pitchFamily="34" charset="0"/>
              </a:defRPr>
            </a:lvl4pPr>
            <a:lvl5pPr marL="2057400" indent="-228600">
              <a:defRPr sz="2700">
                <a:solidFill>
                  <a:schemeClr val="tx1"/>
                </a:solidFill>
                <a:latin typeface="Franklin Gothic Book" panose="020B0503020102020204" pitchFamily="34" charset="0"/>
              </a:defRPr>
            </a:lvl5pPr>
            <a:lvl6pPr marL="2514600" indent="-228600" defTabSz="1370013" eaLnBrk="0" fontAlgn="base" hangingPunct="0">
              <a:spcBef>
                <a:spcPct val="0"/>
              </a:spcBef>
              <a:spcAft>
                <a:spcPct val="0"/>
              </a:spcAft>
              <a:defRPr sz="2700">
                <a:solidFill>
                  <a:schemeClr val="tx1"/>
                </a:solidFill>
                <a:latin typeface="Franklin Gothic Book" panose="020B0503020102020204" pitchFamily="34" charset="0"/>
              </a:defRPr>
            </a:lvl6pPr>
            <a:lvl7pPr marL="2971800" indent="-228600" defTabSz="1370013" eaLnBrk="0" fontAlgn="base" hangingPunct="0">
              <a:spcBef>
                <a:spcPct val="0"/>
              </a:spcBef>
              <a:spcAft>
                <a:spcPct val="0"/>
              </a:spcAft>
              <a:defRPr sz="2700">
                <a:solidFill>
                  <a:schemeClr val="tx1"/>
                </a:solidFill>
                <a:latin typeface="Franklin Gothic Book" panose="020B0503020102020204" pitchFamily="34" charset="0"/>
              </a:defRPr>
            </a:lvl7pPr>
            <a:lvl8pPr marL="3429000" indent="-228600" defTabSz="1370013" eaLnBrk="0" fontAlgn="base" hangingPunct="0">
              <a:spcBef>
                <a:spcPct val="0"/>
              </a:spcBef>
              <a:spcAft>
                <a:spcPct val="0"/>
              </a:spcAft>
              <a:defRPr sz="2700">
                <a:solidFill>
                  <a:schemeClr val="tx1"/>
                </a:solidFill>
                <a:latin typeface="Franklin Gothic Book" panose="020B0503020102020204" pitchFamily="34" charset="0"/>
              </a:defRPr>
            </a:lvl8pPr>
            <a:lvl9pPr marL="3886200" indent="-228600" defTabSz="1370013" eaLnBrk="0" fontAlgn="base" hangingPunct="0">
              <a:spcBef>
                <a:spcPct val="0"/>
              </a:spcBef>
              <a:spcAft>
                <a:spcPct val="0"/>
              </a:spcAft>
              <a:defRPr sz="2700">
                <a:solidFill>
                  <a:schemeClr val="tx1"/>
                </a:solidFill>
                <a:latin typeface="Franklin Gothic Book" panose="020B0503020102020204" pitchFamily="34" charset="0"/>
              </a:defRPr>
            </a:lvl9pPr>
          </a:lstStyle>
          <a:p>
            <a:pPr eaLnBrk="1" hangingPunct="1">
              <a:spcAft>
                <a:spcPts val="1000"/>
              </a:spcAft>
              <a:buClr>
                <a:schemeClr val="tx1"/>
              </a:buClr>
              <a:buFont typeface="Courier New" panose="02070309020205020404" pitchFamily="49" charset="0"/>
              <a:buChar char="o"/>
            </a:pPr>
            <a:r>
              <a:rPr lang="es-ES_tradnl" altLang="es-ES" sz="1900">
                <a:solidFill>
                  <a:schemeClr val="tx2"/>
                </a:solidFill>
              </a:rPr>
              <a:t>El ranking no es universal</a:t>
            </a:r>
          </a:p>
          <a:p>
            <a:pPr eaLnBrk="1" hangingPunct="1">
              <a:spcAft>
                <a:spcPts val="1000"/>
              </a:spcAft>
              <a:buClr>
                <a:schemeClr val="tx1"/>
              </a:buClr>
              <a:buFont typeface="Courier New" panose="02070309020205020404" pitchFamily="49" charset="0"/>
              <a:buChar char="o"/>
            </a:pPr>
            <a:r>
              <a:rPr lang="es-ES_tradnl" altLang="es-ES" sz="1900">
                <a:solidFill>
                  <a:schemeClr val="tx2"/>
                </a:solidFill>
              </a:rPr>
              <a:t>Validar siempre con datos propios</a:t>
            </a:r>
          </a:p>
          <a:p>
            <a:pPr eaLnBrk="1" hangingPunct="1">
              <a:spcAft>
                <a:spcPts val="1000"/>
              </a:spcAft>
              <a:buClr>
                <a:schemeClr val="tx1"/>
              </a:buClr>
              <a:buFont typeface="Courier New" panose="02070309020205020404" pitchFamily="49" charset="0"/>
              <a:buChar char="o"/>
            </a:pPr>
            <a:r>
              <a:rPr lang="es-ES_tradnl" altLang="es-ES" sz="1900">
                <a:solidFill>
                  <a:schemeClr val="tx2"/>
                </a:solidFill>
              </a:rPr>
              <a:t>AUC-PR &gt; AUC-ROC con desbalance</a:t>
            </a:r>
          </a:p>
        </p:txBody>
      </p:sp>
      <p:sp>
        <p:nvSpPr>
          <p:cNvPr id="13323" name="Slide Number Placeholder 2">
            <a:extLst>
              <a:ext uri="{FF2B5EF4-FFF2-40B4-BE49-F238E27FC236}">
                <a16:creationId xmlns:a16="http://schemas.microsoft.com/office/drawing/2014/main" id="{AD9160EA-A06C-C203-8732-C5C03A023D28}"/>
              </a:ext>
            </a:extLst>
          </p:cNvPr>
          <p:cNvSpPr txBox="1">
            <a:spLocks noChangeArrowheads="1"/>
          </p:cNvSpPr>
          <p:nvPr/>
        </p:nvSpPr>
        <p:spPr bwMode="auto">
          <a:xfrm>
            <a:off x="16916400" y="9072563"/>
            <a:ext cx="1733550" cy="923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1428" tIns="45713" rIns="91428" bIns="45713">
            <a:spAutoFit/>
          </a:bodyPr>
          <a:lstStyle>
            <a:lvl1pPr>
              <a:defRPr sz="2700">
                <a:solidFill>
                  <a:schemeClr val="tx1"/>
                </a:solidFill>
                <a:latin typeface="Franklin Gothic Book" panose="020B0503020102020204" pitchFamily="34" charset="0"/>
              </a:defRPr>
            </a:lvl1pPr>
            <a:lvl2pPr marL="742950" indent="-285750">
              <a:defRPr sz="2700">
                <a:solidFill>
                  <a:schemeClr val="tx1"/>
                </a:solidFill>
                <a:latin typeface="Franklin Gothic Book" panose="020B0503020102020204" pitchFamily="34" charset="0"/>
              </a:defRPr>
            </a:lvl2pPr>
            <a:lvl3pPr marL="1143000" indent="-228600">
              <a:defRPr sz="2700">
                <a:solidFill>
                  <a:schemeClr val="tx1"/>
                </a:solidFill>
                <a:latin typeface="Franklin Gothic Book" panose="020B0503020102020204" pitchFamily="34" charset="0"/>
              </a:defRPr>
            </a:lvl3pPr>
            <a:lvl4pPr marL="1600200" indent="-228600">
              <a:defRPr sz="2700">
                <a:solidFill>
                  <a:schemeClr val="tx1"/>
                </a:solidFill>
                <a:latin typeface="Franklin Gothic Book" panose="020B0503020102020204" pitchFamily="34" charset="0"/>
              </a:defRPr>
            </a:lvl4pPr>
            <a:lvl5pPr marL="2057400" indent="-228600">
              <a:defRPr sz="2700">
                <a:solidFill>
                  <a:schemeClr val="tx1"/>
                </a:solidFill>
                <a:latin typeface="Franklin Gothic Book" panose="020B0503020102020204" pitchFamily="34" charset="0"/>
              </a:defRPr>
            </a:lvl5pPr>
            <a:lvl6pPr marL="2514600" indent="-228600" defTabSz="1370013" eaLnBrk="0" fontAlgn="base" hangingPunct="0">
              <a:spcBef>
                <a:spcPct val="0"/>
              </a:spcBef>
              <a:spcAft>
                <a:spcPct val="0"/>
              </a:spcAft>
              <a:defRPr sz="2700">
                <a:solidFill>
                  <a:schemeClr val="tx1"/>
                </a:solidFill>
                <a:latin typeface="Franklin Gothic Book" panose="020B0503020102020204" pitchFamily="34" charset="0"/>
              </a:defRPr>
            </a:lvl6pPr>
            <a:lvl7pPr marL="2971800" indent="-228600" defTabSz="1370013" eaLnBrk="0" fontAlgn="base" hangingPunct="0">
              <a:spcBef>
                <a:spcPct val="0"/>
              </a:spcBef>
              <a:spcAft>
                <a:spcPct val="0"/>
              </a:spcAft>
              <a:defRPr sz="2700">
                <a:solidFill>
                  <a:schemeClr val="tx1"/>
                </a:solidFill>
                <a:latin typeface="Franklin Gothic Book" panose="020B0503020102020204" pitchFamily="34" charset="0"/>
              </a:defRPr>
            </a:lvl7pPr>
            <a:lvl8pPr marL="3429000" indent="-228600" defTabSz="1370013" eaLnBrk="0" fontAlgn="base" hangingPunct="0">
              <a:spcBef>
                <a:spcPct val="0"/>
              </a:spcBef>
              <a:spcAft>
                <a:spcPct val="0"/>
              </a:spcAft>
              <a:defRPr sz="2700">
                <a:solidFill>
                  <a:schemeClr val="tx1"/>
                </a:solidFill>
                <a:latin typeface="Franklin Gothic Book" panose="020B0503020102020204" pitchFamily="34" charset="0"/>
              </a:defRPr>
            </a:lvl8pPr>
            <a:lvl9pPr marL="3886200" indent="-228600" defTabSz="1370013" eaLnBrk="0" fontAlgn="base" hangingPunct="0">
              <a:spcBef>
                <a:spcPct val="0"/>
              </a:spcBef>
              <a:spcAft>
                <a:spcPct val="0"/>
              </a:spcAft>
              <a:defRPr sz="2700">
                <a:solidFill>
                  <a:schemeClr val="tx1"/>
                </a:solidFill>
                <a:latin typeface="Franklin Gothic Book" panose="020B0503020102020204" pitchFamily="34" charset="0"/>
              </a:defRPr>
            </a:lvl9pPr>
          </a:lstStyle>
          <a:p>
            <a:pPr eaLnBrk="1" hangingPunct="1"/>
            <a:r>
              <a:rPr lang="es-ES_tradnl" altLang="es-ES" b="1">
                <a:solidFill>
                  <a:schemeClr val="accent2"/>
                </a:solidFill>
                <a:latin typeface="Franklin Gothic Medium" panose="020B0603020102090204" pitchFamily="34" charset="0"/>
              </a:rPr>
              <a:t>pág.</a:t>
            </a:r>
          </a:p>
          <a:p>
            <a:pPr eaLnBrk="1" hangingPunct="1"/>
            <a:fld id="{3EC6AF7F-45D3-438C-9023-7245B52F502F}" type="slidenum">
              <a:rPr lang="es-ES_tradnl" altLang="es-ES" b="1">
                <a:solidFill>
                  <a:schemeClr val="accent2"/>
                </a:solidFill>
                <a:latin typeface="Franklin Gothic Medium" panose="020B0603020102090204" pitchFamily="34" charset="0"/>
              </a:rPr>
              <a:pPr eaLnBrk="1" hangingPunct="1"/>
              <a:t>17</a:t>
            </a:fld>
            <a:endParaRPr lang="es-ES_tradnl" altLang="es-ES" b="1">
              <a:solidFill>
                <a:schemeClr val="accent2"/>
              </a:solidFill>
              <a:latin typeface="Franklin Gothic Medium" panose="020B0603020102090204" pitchFamily="34" charset="0"/>
            </a:endParaRPr>
          </a:p>
        </p:txBody>
      </p:sp>
    </p:spTree>
  </p:cSld>
  <p:clrMapOvr>
    <a:masterClrMapping/>
  </p:clrMapOvr>
  <p:transition spd="med">
    <p:fade/>
  </p:transition>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F4F874-3A7A-36AF-D850-E8FF6CFC5D11}"/>
              </a:ext>
            </a:extLst>
          </p:cNvPr>
          <p:cNvSpPr>
            <a:spLocks noGrp="1"/>
          </p:cNvSpPr>
          <p:nvPr>
            <p:ph type="title"/>
          </p:nvPr>
        </p:nvSpPr>
        <p:spPr>
          <a:xfrm>
            <a:off x="876300" y="571500"/>
            <a:ext cx="16002000" cy="1322388"/>
          </a:xfrm>
        </p:spPr>
        <p:txBody>
          <a:bodyPr/>
          <a:lstStyle/>
          <a:p>
            <a:pPr defTabSz="1371408" eaLnBrk="1" fontAlgn="auto" hangingPunct="1">
              <a:spcAft>
                <a:spcPts val="0"/>
              </a:spcAft>
              <a:defRPr/>
            </a:pPr>
            <a:r>
              <a:rPr lang="es-ES_tradnl" dirty="0">
                <a:solidFill>
                  <a:schemeClr val="accent1"/>
                </a:solidFill>
              </a:rPr>
              <a:t>04 Conclusiones</a:t>
            </a:r>
            <a:br>
              <a:rPr lang="es-ES_tradnl" dirty="0"/>
            </a:br>
            <a:r>
              <a:rPr lang="es-ES_tradnl" dirty="0">
                <a:solidFill>
                  <a:srgbClr val="00566C"/>
                </a:solidFill>
              </a:rPr>
              <a:t>Aporte a la sociedad y a la banca ecuatoriana</a:t>
            </a:r>
          </a:p>
        </p:txBody>
      </p:sp>
      <p:sp>
        <p:nvSpPr>
          <p:cNvPr id="12293" name="Slide Number Placeholder 2">
            <a:extLst>
              <a:ext uri="{FF2B5EF4-FFF2-40B4-BE49-F238E27FC236}">
                <a16:creationId xmlns:a16="http://schemas.microsoft.com/office/drawing/2014/main" id="{07D3DA6B-98AD-FE61-3DA2-672D343678E7}"/>
              </a:ext>
            </a:extLst>
          </p:cNvPr>
          <p:cNvSpPr txBox="1">
            <a:spLocks noChangeArrowheads="1"/>
          </p:cNvSpPr>
          <p:nvPr/>
        </p:nvSpPr>
        <p:spPr bwMode="auto">
          <a:xfrm>
            <a:off x="16916400" y="9072563"/>
            <a:ext cx="1733550" cy="923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1428" tIns="45713" rIns="91428" bIns="45713">
            <a:spAutoFit/>
          </a:bodyPr>
          <a:lstStyle>
            <a:lvl1pPr>
              <a:defRPr sz="2700">
                <a:solidFill>
                  <a:schemeClr val="tx1"/>
                </a:solidFill>
                <a:latin typeface="Franklin Gothic Book" panose="020B0503020102020204" pitchFamily="34" charset="0"/>
              </a:defRPr>
            </a:lvl1pPr>
            <a:lvl2pPr marL="742950" indent="-285750">
              <a:defRPr sz="2700">
                <a:solidFill>
                  <a:schemeClr val="tx1"/>
                </a:solidFill>
                <a:latin typeface="Franklin Gothic Book" panose="020B0503020102020204" pitchFamily="34" charset="0"/>
              </a:defRPr>
            </a:lvl2pPr>
            <a:lvl3pPr marL="1143000" indent="-228600">
              <a:defRPr sz="2700">
                <a:solidFill>
                  <a:schemeClr val="tx1"/>
                </a:solidFill>
                <a:latin typeface="Franklin Gothic Book" panose="020B0503020102020204" pitchFamily="34" charset="0"/>
              </a:defRPr>
            </a:lvl3pPr>
            <a:lvl4pPr marL="1600200" indent="-228600">
              <a:defRPr sz="2700">
                <a:solidFill>
                  <a:schemeClr val="tx1"/>
                </a:solidFill>
                <a:latin typeface="Franklin Gothic Book" panose="020B0503020102020204" pitchFamily="34" charset="0"/>
              </a:defRPr>
            </a:lvl4pPr>
            <a:lvl5pPr marL="2057400" indent="-228600">
              <a:defRPr sz="2700">
                <a:solidFill>
                  <a:schemeClr val="tx1"/>
                </a:solidFill>
                <a:latin typeface="Franklin Gothic Book" panose="020B0503020102020204" pitchFamily="34" charset="0"/>
              </a:defRPr>
            </a:lvl5pPr>
            <a:lvl6pPr marL="2514600" indent="-228600" defTabSz="1370013" eaLnBrk="0" fontAlgn="base" hangingPunct="0">
              <a:spcBef>
                <a:spcPct val="0"/>
              </a:spcBef>
              <a:spcAft>
                <a:spcPct val="0"/>
              </a:spcAft>
              <a:defRPr sz="2700">
                <a:solidFill>
                  <a:schemeClr val="tx1"/>
                </a:solidFill>
                <a:latin typeface="Franklin Gothic Book" panose="020B0503020102020204" pitchFamily="34" charset="0"/>
              </a:defRPr>
            </a:lvl6pPr>
            <a:lvl7pPr marL="2971800" indent="-228600" defTabSz="1370013" eaLnBrk="0" fontAlgn="base" hangingPunct="0">
              <a:spcBef>
                <a:spcPct val="0"/>
              </a:spcBef>
              <a:spcAft>
                <a:spcPct val="0"/>
              </a:spcAft>
              <a:defRPr sz="2700">
                <a:solidFill>
                  <a:schemeClr val="tx1"/>
                </a:solidFill>
                <a:latin typeface="Franklin Gothic Book" panose="020B0503020102020204" pitchFamily="34" charset="0"/>
              </a:defRPr>
            </a:lvl7pPr>
            <a:lvl8pPr marL="3429000" indent="-228600" defTabSz="1370013" eaLnBrk="0" fontAlgn="base" hangingPunct="0">
              <a:spcBef>
                <a:spcPct val="0"/>
              </a:spcBef>
              <a:spcAft>
                <a:spcPct val="0"/>
              </a:spcAft>
              <a:defRPr sz="2700">
                <a:solidFill>
                  <a:schemeClr val="tx1"/>
                </a:solidFill>
                <a:latin typeface="Franklin Gothic Book" panose="020B0503020102020204" pitchFamily="34" charset="0"/>
              </a:defRPr>
            </a:lvl8pPr>
            <a:lvl9pPr marL="3886200" indent="-228600" defTabSz="1370013" eaLnBrk="0" fontAlgn="base" hangingPunct="0">
              <a:spcBef>
                <a:spcPct val="0"/>
              </a:spcBef>
              <a:spcAft>
                <a:spcPct val="0"/>
              </a:spcAft>
              <a:defRPr sz="2700">
                <a:solidFill>
                  <a:schemeClr val="tx1"/>
                </a:solidFill>
                <a:latin typeface="Franklin Gothic Book" panose="020B0503020102020204" pitchFamily="34" charset="0"/>
              </a:defRPr>
            </a:lvl9pPr>
          </a:lstStyle>
          <a:p>
            <a:pPr eaLnBrk="1" hangingPunct="1"/>
            <a:r>
              <a:rPr lang="es-ES" altLang="es-ES" b="1">
                <a:solidFill>
                  <a:schemeClr val="accent2"/>
                </a:solidFill>
                <a:latin typeface="Franklin Gothic Medium" panose="020B0603020102090204" pitchFamily="34" charset="0"/>
              </a:rPr>
              <a:t>pág.</a:t>
            </a:r>
          </a:p>
          <a:p>
            <a:pPr eaLnBrk="1" hangingPunct="1"/>
            <a:fld id="{EB48EA59-A2D3-4BAB-8B35-26AD123258B3}" type="slidenum">
              <a:rPr lang="es-ES" altLang="es-ES" b="1">
                <a:solidFill>
                  <a:schemeClr val="accent2"/>
                </a:solidFill>
                <a:latin typeface="Franklin Gothic Medium" panose="020B0603020102090204" pitchFamily="34" charset="0"/>
              </a:rPr>
              <a:pPr eaLnBrk="1" hangingPunct="1"/>
              <a:t>18</a:t>
            </a:fld>
            <a:endParaRPr lang="es-ES" altLang="es-ES" b="1">
              <a:solidFill>
                <a:schemeClr val="accent2"/>
              </a:solidFill>
              <a:latin typeface="Franklin Gothic Medium" panose="020B0603020102090204" pitchFamily="34" charset="0"/>
            </a:endParaRPr>
          </a:p>
        </p:txBody>
      </p:sp>
      <p:sp>
        <p:nvSpPr>
          <p:cNvPr id="12294" name="TextBox 12293"/>
          <p:cNvSpPr txBox="1"/>
          <p:nvPr/>
        </p:nvSpPr>
        <p:spPr>
          <a:xfrm>
            <a:off x="914400" y="2148840"/>
            <a:ext cx="16459200" cy="1188720"/>
          </a:xfrm>
          <a:prstGeom prst="rect">
            <a:avLst/>
          </a:prstGeom>
          <a:noFill/>
        </p:spPr>
        <p:txBody>
          <a:bodyPr wrap="square" anchor="t" lIns="45720" rIns="45720" tIns="27432" bIns="27432">
            <a:spAutoFit/>
          </a:bodyPr>
          <a:lstStyle/>
          <a:p>
            <a:pPr algn="l" marL="0" indent="0">
              <a:spcAft>
                <a:spcPts val="800"/>
              </a:spcAft>
              <a:buNone/>
            </a:pPr>
            <a:r>
              <a:rPr sz="2800" b="0">
                <a:solidFill>
                  <a:srgbClr val="219BC3"/>
                </a:solidFill>
                <a:latin typeface="Franklin Gothic Medium"/>
              </a:rPr>
              <a:t>Un protocolo replicable para elegir, justificar y auditar modelos antifraude con datos propios.</a:t>
            </a:r>
          </a:p>
        </p:txBody>
      </p:sp>
      <p:sp>
        <p:nvSpPr>
          <p:cNvPr id="12295" name="TextBox 12294"/>
          <p:cNvSpPr txBox="1"/>
          <p:nvPr/>
        </p:nvSpPr>
        <p:spPr>
          <a:xfrm>
            <a:off x="914400" y="3657600"/>
            <a:ext cx="5120640" cy="548640"/>
          </a:xfrm>
          <a:prstGeom prst="rect">
            <a:avLst/>
          </a:prstGeom>
          <a:noFill/>
        </p:spPr>
        <p:txBody>
          <a:bodyPr wrap="square" anchor="t" lIns="45720" rIns="45720" tIns="27432" bIns="27432">
            <a:spAutoFit/>
          </a:bodyPr>
          <a:lstStyle/>
          <a:p>
            <a:pPr algn="l" marL="0" indent="0">
              <a:spcAft>
                <a:spcPts val="800"/>
              </a:spcAft>
              <a:buNone/>
            </a:pPr>
            <a:r>
              <a:rPr sz="2400" b="0">
                <a:solidFill>
                  <a:srgbClr val="00566C"/>
                </a:solidFill>
                <a:latin typeface="Franklin Gothic Medium"/>
              </a:rPr>
              <a:t>Sociedad</a:t>
            </a:r>
          </a:p>
        </p:txBody>
      </p:sp>
      <p:sp>
        <p:nvSpPr>
          <p:cNvPr id="12296" name="TextBox 12295"/>
          <p:cNvSpPr txBox="1"/>
          <p:nvPr/>
        </p:nvSpPr>
        <p:spPr>
          <a:xfrm>
            <a:off x="914400" y="4343400"/>
            <a:ext cx="5120640" cy="4480560"/>
          </a:xfrm>
          <a:prstGeom prst="rect">
            <a:avLst/>
          </a:prstGeom>
          <a:noFill/>
        </p:spPr>
        <p:txBody>
          <a:bodyPr wrap="square" anchor="t" lIns="45720" rIns="45720" tIns="27432" bIns="27432">
            <a:spAutoFit/>
          </a:bodyPr>
          <a:lstStyle/>
          <a:p>
            <a:pPr algn="l" marL="274320" indent="-274320">
              <a:spcAft>
                <a:spcPts val="1400"/>
              </a:spcAft>
              <a:buClr>
                <a:srgbClr val="219BC3"/>
              </a:buClr>
              <a:buFont typeface="Arial"/>
              <a:buChar char="•"/>
            </a:pPr>
            <a:r>
              <a:rPr sz="1900" b="0">
                <a:solidFill>
                  <a:srgbClr val="3C3C48"/>
                </a:solidFill>
                <a:latin typeface="Franklin Gothic Book"/>
              </a:rPr>
              <a:t>Menos fraude: protege el dinero y la confianza de los usuarios en los pagos digitales</a:t>
            </a:r>
          </a:p>
          <a:p>
            <a:pPr algn="l" marL="274320" indent="-274320">
              <a:spcAft>
                <a:spcPts val="1400"/>
              </a:spcAft>
              <a:buClr>
                <a:srgbClr val="219BC3"/>
              </a:buClr>
              <a:buFont typeface="Arial"/>
              <a:buChar char="•"/>
            </a:pPr>
            <a:r>
              <a:rPr sz="1900" b="0">
                <a:solidFill>
                  <a:srgbClr val="3C3C48"/>
                </a:solidFill>
                <a:latin typeface="Franklin Gothic Book"/>
              </a:rPr>
              <a:t>Menos bloqueos injustos: se prioriza reducir falsas alarmas</a:t>
            </a:r>
          </a:p>
          <a:p>
            <a:pPr algn="l" marL="274320" indent="-274320">
              <a:spcAft>
                <a:spcPts val="1400"/>
              </a:spcAft>
              <a:buClr>
                <a:srgbClr val="219BC3"/>
              </a:buClr>
              <a:buFont typeface="Arial"/>
              <a:buChar char="•"/>
            </a:pPr>
            <a:r>
              <a:rPr sz="1900" b="0">
                <a:solidFill>
                  <a:srgbClr val="3C3C48"/>
                </a:solidFill>
                <a:latin typeface="Franklin Gothic Book"/>
              </a:rPr>
              <a:t>Decisiones explicables al cliente afectado</a:t>
            </a:r>
          </a:p>
        </p:txBody>
      </p:sp>
      <p:sp>
        <p:nvSpPr>
          <p:cNvPr id="12297" name="TextBox 12296"/>
          <p:cNvSpPr txBox="1"/>
          <p:nvPr/>
        </p:nvSpPr>
        <p:spPr>
          <a:xfrm>
            <a:off x="6492240" y="3657600"/>
            <a:ext cx="5120640" cy="548640"/>
          </a:xfrm>
          <a:prstGeom prst="rect">
            <a:avLst/>
          </a:prstGeom>
          <a:noFill/>
        </p:spPr>
        <p:txBody>
          <a:bodyPr wrap="square" anchor="t" lIns="45720" rIns="45720" tIns="27432" bIns="27432">
            <a:spAutoFit/>
          </a:bodyPr>
          <a:lstStyle/>
          <a:p>
            <a:pPr algn="l" marL="0" indent="0">
              <a:spcAft>
                <a:spcPts val="800"/>
              </a:spcAft>
              <a:buNone/>
            </a:pPr>
            <a:r>
              <a:rPr sz="2400" b="0">
                <a:solidFill>
                  <a:srgbClr val="00566C"/>
                </a:solidFill>
                <a:latin typeface="Franklin Gothic Medium"/>
              </a:rPr>
              <a:t>Banca</a:t>
            </a:r>
          </a:p>
        </p:txBody>
      </p:sp>
      <p:sp>
        <p:nvSpPr>
          <p:cNvPr id="12298" name="TextBox 12297"/>
          <p:cNvSpPr txBox="1"/>
          <p:nvPr/>
        </p:nvSpPr>
        <p:spPr>
          <a:xfrm>
            <a:off x="6492240" y="4343400"/>
            <a:ext cx="5120640" cy="4480560"/>
          </a:xfrm>
          <a:prstGeom prst="rect">
            <a:avLst/>
          </a:prstGeom>
          <a:noFill/>
        </p:spPr>
        <p:txBody>
          <a:bodyPr wrap="square" anchor="t" lIns="45720" rIns="45720" tIns="27432" bIns="27432">
            <a:spAutoFit/>
          </a:bodyPr>
          <a:lstStyle/>
          <a:p>
            <a:pPr algn="l" marL="274320" indent="-274320">
              <a:spcAft>
                <a:spcPts val="1400"/>
              </a:spcAft>
              <a:buClr>
                <a:srgbClr val="219BC3"/>
              </a:buClr>
              <a:buFont typeface="Arial"/>
              <a:buChar char="•"/>
            </a:pPr>
            <a:r>
              <a:rPr sz="1900" b="0">
                <a:solidFill>
                  <a:srgbClr val="3C3C48"/>
                </a:solidFill>
                <a:latin typeface="Franklin Gothic Book"/>
              </a:rPr>
              <a:t>Criterio claro: AUC-PR, falsas alarmas y coste por modelo</a:t>
            </a:r>
          </a:p>
          <a:p>
            <a:pPr algn="l" marL="274320" indent="-274320">
              <a:spcAft>
                <a:spcPts val="1400"/>
              </a:spcAft>
              <a:buClr>
                <a:srgbClr val="219BC3"/>
              </a:buClr>
              <a:buFont typeface="Arial"/>
              <a:buChar char="•"/>
            </a:pPr>
            <a:r>
              <a:rPr sz="1900" b="0">
                <a:solidFill>
                  <a:srgbClr val="3C3C48"/>
                </a:solidFill>
                <a:latin typeface="Franklin Gothic Book"/>
              </a:rPr>
              <a:t>XGBoost permite reentrenar en segundos ante la deriva del fraude</a:t>
            </a:r>
          </a:p>
          <a:p>
            <a:pPr algn="l" marL="274320" indent="-274320">
              <a:spcAft>
                <a:spcPts val="1400"/>
              </a:spcAft>
              <a:buClr>
                <a:srgbClr val="219BC3"/>
              </a:buClr>
              <a:buFont typeface="Arial"/>
              <a:buChar char="•"/>
            </a:pPr>
            <a:r>
              <a:rPr sz="1900" b="0">
                <a:solidFill>
                  <a:srgbClr val="3C3C48"/>
                </a:solidFill>
                <a:latin typeface="Franklin Gothic Book"/>
              </a:rPr>
              <a:t>Pipeline sin data leakage reutilizable por equipos de datos</a:t>
            </a:r>
          </a:p>
        </p:txBody>
      </p:sp>
      <p:sp>
        <p:nvSpPr>
          <p:cNvPr id="12299" name="TextBox 12298"/>
          <p:cNvSpPr txBox="1"/>
          <p:nvPr/>
        </p:nvSpPr>
        <p:spPr>
          <a:xfrm>
            <a:off x="12070080" y="3657600"/>
            <a:ext cx="5120640" cy="548640"/>
          </a:xfrm>
          <a:prstGeom prst="rect">
            <a:avLst/>
          </a:prstGeom>
          <a:noFill/>
        </p:spPr>
        <p:txBody>
          <a:bodyPr wrap="square" anchor="t" lIns="45720" rIns="45720" tIns="27432" bIns="27432">
            <a:spAutoFit/>
          </a:bodyPr>
          <a:lstStyle/>
          <a:p>
            <a:pPr algn="l" marL="0" indent="0">
              <a:spcAft>
                <a:spcPts val="800"/>
              </a:spcAft>
              <a:buNone/>
            </a:pPr>
            <a:r>
              <a:rPr sz="2400" b="0">
                <a:solidFill>
                  <a:srgbClr val="00566C"/>
                </a:solidFill>
                <a:latin typeface="Franklin Gothic Medium"/>
              </a:rPr>
              <a:t>Ecuador</a:t>
            </a:r>
          </a:p>
        </p:txBody>
      </p:sp>
      <p:sp>
        <p:nvSpPr>
          <p:cNvPr id="12300" name="TextBox 12299"/>
          <p:cNvSpPr txBox="1"/>
          <p:nvPr/>
        </p:nvSpPr>
        <p:spPr>
          <a:xfrm>
            <a:off x="12070080" y="4343400"/>
            <a:ext cx="5120640" cy="4480560"/>
          </a:xfrm>
          <a:prstGeom prst="rect">
            <a:avLst/>
          </a:prstGeom>
          <a:noFill/>
        </p:spPr>
        <p:txBody>
          <a:bodyPr wrap="square" anchor="t" lIns="45720" rIns="45720" tIns="27432" bIns="27432">
            <a:spAutoFit/>
          </a:bodyPr>
          <a:lstStyle/>
          <a:p>
            <a:pPr algn="l" marL="274320" indent="-274320">
              <a:spcAft>
                <a:spcPts val="1400"/>
              </a:spcAft>
              <a:buClr>
                <a:srgbClr val="219BC3"/>
              </a:buClr>
              <a:buFont typeface="Arial"/>
              <a:buChar char="•"/>
            </a:pPr>
            <a:r>
              <a:rPr sz="1900" b="0">
                <a:solidFill>
                  <a:srgbClr val="3C3C48"/>
                </a:solidFill>
                <a:latin typeface="Franklin Gothic Book"/>
              </a:rPr>
              <a:t>Alineado con la Superintendencia de Bancos y la LOPDP (2021)</a:t>
            </a:r>
          </a:p>
          <a:p>
            <a:pPr algn="l" marL="274320" indent="-274320">
              <a:spcAft>
                <a:spcPts val="1400"/>
              </a:spcAft>
              <a:buClr>
                <a:srgbClr val="219BC3"/>
              </a:buClr>
              <a:buFont typeface="Arial"/>
              <a:buChar char="•"/>
            </a:pPr>
            <a:r>
              <a:rPr sz="1900" b="0">
                <a:solidFill>
                  <a:srgbClr val="3C3C48"/>
                </a:solidFill>
                <a:latin typeface="Franklin Gothic Book"/>
              </a:rPr>
              <a:t>Respuesta a la digitalización y al fraude CNP y skimming</a:t>
            </a:r>
          </a:p>
          <a:p>
            <a:pPr algn="l" marL="274320" indent="-274320">
              <a:spcAft>
                <a:spcPts val="1400"/>
              </a:spcAft>
              <a:buClr>
                <a:srgbClr val="219BC3"/>
              </a:buClr>
              <a:buFont typeface="Arial"/>
              <a:buChar char="•"/>
            </a:pPr>
            <a:r>
              <a:rPr sz="1900" b="0">
                <a:solidFill>
                  <a:srgbClr val="3C3C48"/>
                </a:solidFill>
                <a:latin typeface="Franklin Gothic Book"/>
              </a:rPr>
              <a:t>Base para validar con datos reales de una entidad local</a:t>
            </a:r>
          </a:p>
        </p:txBody>
      </p:sp>
    </p:spTree>
  </p:cSld>
  <p:clrMapOvr>
    <a:masterClrMapping/>
  </p:clrMapOvr>
  <p:transition spd="med">
    <p:fade/>
  </p:transition>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F4F874-3A7A-36AF-D850-E8FF6CFC5D11}"/>
              </a:ext>
            </a:extLst>
          </p:cNvPr>
          <p:cNvSpPr>
            <a:spLocks noGrp="1"/>
          </p:cNvSpPr>
          <p:nvPr>
            <p:ph type="title"/>
          </p:nvPr>
        </p:nvSpPr>
        <p:spPr>
          <a:xfrm>
            <a:off x="876300" y="571500"/>
            <a:ext cx="16002000" cy="1322388"/>
          </a:xfrm>
        </p:spPr>
        <p:txBody>
          <a:bodyPr/>
          <a:lstStyle/>
          <a:p>
            <a:pPr defTabSz="1371408" eaLnBrk="1" fontAlgn="auto" hangingPunct="1">
              <a:spcAft>
                <a:spcPts val="0"/>
              </a:spcAft>
              <a:defRPr/>
            </a:pPr>
            <a:r>
              <a:rPr lang="es-ES_tradnl" dirty="0">
                <a:solidFill>
                  <a:schemeClr val="accent1"/>
                </a:solidFill>
              </a:rPr>
              <a:t>04 Conclusiones</a:t>
            </a:r>
            <a:br>
              <a:rPr lang="es-ES_tradnl" dirty="0"/>
            </a:br>
            <a:r>
              <a:rPr lang="es-ES_tradnl" dirty="0">
                <a:solidFill>
                  <a:srgbClr val="00566C"/>
                </a:solidFill>
              </a:rPr>
              <a:t>Limitaciones del estudio</a:t>
            </a:r>
          </a:p>
        </p:txBody>
      </p:sp>
      <p:sp>
        <p:nvSpPr>
          <p:cNvPr id="12293" name="Slide Number Placeholder 2">
            <a:extLst>
              <a:ext uri="{FF2B5EF4-FFF2-40B4-BE49-F238E27FC236}">
                <a16:creationId xmlns:a16="http://schemas.microsoft.com/office/drawing/2014/main" id="{07D3DA6B-98AD-FE61-3DA2-672D343678E7}"/>
              </a:ext>
            </a:extLst>
          </p:cNvPr>
          <p:cNvSpPr txBox="1">
            <a:spLocks noChangeArrowheads="1"/>
          </p:cNvSpPr>
          <p:nvPr/>
        </p:nvSpPr>
        <p:spPr bwMode="auto">
          <a:xfrm>
            <a:off x="16916400" y="9072563"/>
            <a:ext cx="1733550" cy="923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1428" tIns="45713" rIns="91428" bIns="45713">
            <a:spAutoFit/>
          </a:bodyPr>
          <a:lstStyle>
            <a:lvl1pPr>
              <a:defRPr sz="2700">
                <a:solidFill>
                  <a:schemeClr val="tx1"/>
                </a:solidFill>
                <a:latin typeface="Franklin Gothic Book" panose="020B0503020102020204" pitchFamily="34" charset="0"/>
              </a:defRPr>
            </a:lvl1pPr>
            <a:lvl2pPr marL="742950" indent="-285750">
              <a:defRPr sz="2700">
                <a:solidFill>
                  <a:schemeClr val="tx1"/>
                </a:solidFill>
                <a:latin typeface="Franklin Gothic Book" panose="020B0503020102020204" pitchFamily="34" charset="0"/>
              </a:defRPr>
            </a:lvl2pPr>
            <a:lvl3pPr marL="1143000" indent="-228600">
              <a:defRPr sz="2700">
                <a:solidFill>
                  <a:schemeClr val="tx1"/>
                </a:solidFill>
                <a:latin typeface="Franklin Gothic Book" panose="020B0503020102020204" pitchFamily="34" charset="0"/>
              </a:defRPr>
            </a:lvl3pPr>
            <a:lvl4pPr marL="1600200" indent="-228600">
              <a:defRPr sz="2700">
                <a:solidFill>
                  <a:schemeClr val="tx1"/>
                </a:solidFill>
                <a:latin typeface="Franklin Gothic Book" panose="020B0503020102020204" pitchFamily="34" charset="0"/>
              </a:defRPr>
            </a:lvl4pPr>
            <a:lvl5pPr marL="2057400" indent="-228600">
              <a:defRPr sz="2700">
                <a:solidFill>
                  <a:schemeClr val="tx1"/>
                </a:solidFill>
                <a:latin typeface="Franklin Gothic Book" panose="020B0503020102020204" pitchFamily="34" charset="0"/>
              </a:defRPr>
            </a:lvl5pPr>
            <a:lvl6pPr marL="2514600" indent="-228600" defTabSz="1370013" eaLnBrk="0" fontAlgn="base" hangingPunct="0">
              <a:spcBef>
                <a:spcPct val="0"/>
              </a:spcBef>
              <a:spcAft>
                <a:spcPct val="0"/>
              </a:spcAft>
              <a:defRPr sz="2700">
                <a:solidFill>
                  <a:schemeClr val="tx1"/>
                </a:solidFill>
                <a:latin typeface="Franklin Gothic Book" panose="020B0503020102020204" pitchFamily="34" charset="0"/>
              </a:defRPr>
            </a:lvl6pPr>
            <a:lvl7pPr marL="2971800" indent="-228600" defTabSz="1370013" eaLnBrk="0" fontAlgn="base" hangingPunct="0">
              <a:spcBef>
                <a:spcPct val="0"/>
              </a:spcBef>
              <a:spcAft>
                <a:spcPct val="0"/>
              </a:spcAft>
              <a:defRPr sz="2700">
                <a:solidFill>
                  <a:schemeClr val="tx1"/>
                </a:solidFill>
                <a:latin typeface="Franklin Gothic Book" panose="020B0503020102020204" pitchFamily="34" charset="0"/>
              </a:defRPr>
            </a:lvl7pPr>
            <a:lvl8pPr marL="3429000" indent="-228600" defTabSz="1370013" eaLnBrk="0" fontAlgn="base" hangingPunct="0">
              <a:spcBef>
                <a:spcPct val="0"/>
              </a:spcBef>
              <a:spcAft>
                <a:spcPct val="0"/>
              </a:spcAft>
              <a:defRPr sz="2700">
                <a:solidFill>
                  <a:schemeClr val="tx1"/>
                </a:solidFill>
                <a:latin typeface="Franklin Gothic Book" panose="020B0503020102020204" pitchFamily="34" charset="0"/>
              </a:defRPr>
            </a:lvl8pPr>
            <a:lvl9pPr marL="3886200" indent="-228600" defTabSz="1370013" eaLnBrk="0" fontAlgn="base" hangingPunct="0">
              <a:spcBef>
                <a:spcPct val="0"/>
              </a:spcBef>
              <a:spcAft>
                <a:spcPct val="0"/>
              </a:spcAft>
              <a:defRPr sz="2700">
                <a:solidFill>
                  <a:schemeClr val="tx1"/>
                </a:solidFill>
                <a:latin typeface="Franklin Gothic Book" panose="020B0503020102020204" pitchFamily="34" charset="0"/>
              </a:defRPr>
            </a:lvl9pPr>
          </a:lstStyle>
          <a:p>
            <a:pPr eaLnBrk="1" hangingPunct="1"/>
            <a:r>
              <a:rPr lang="es-ES" altLang="es-ES" b="1">
                <a:solidFill>
                  <a:schemeClr val="accent2"/>
                </a:solidFill>
                <a:latin typeface="Franklin Gothic Medium" panose="020B0603020102090204" pitchFamily="34" charset="0"/>
              </a:rPr>
              <a:t>pág.</a:t>
            </a:r>
          </a:p>
          <a:p>
            <a:pPr eaLnBrk="1" hangingPunct="1"/>
            <a:fld id="{EB48EA59-A2D3-4BAB-8B35-26AD123258B3}" type="slidenum">
              <a:rPr lang="es-ES" altLang="es-ES" b="1">
                <a:solidFill>
                  <a:schemeClr val="accent2"/>
                </a:solidFill>
                <a:latin typeface="Franklin Gothic Medium" panose="020B0603020102090204" pitchFamily="34" charset="0"/>
              </a:rPr>
              <a:pPr eaLnBrk="1" hangingPunct="1"/>
              <a:t>19</a:t>
            </a:fld>
            <a:endParaRPr lang="es-ES" altLang="es-ES" b="1">
              <a:solidFill>
                <a:schemeClr val="accent2"/>
              </a:solidFill>
              <a:latin typeface="Franklin Gothic Medium" panose="020B0603020102090204" pitchFamily="34" charset="0"/>
            </a:endParaRPr>
          </a:p>
        </p:txBody>
      </p:sp>
      <p:sp>
        <p:nvSpPr>
          <p:cNvPr id="12294" name="TextBox 12293"/>
          <p:cNvSpPr txBox="1"/>
          <p:nvPr/>
        </p:nvSpPr>
        <p:spPr>
          <a:xfrm>
            <a:off x="914400" y="2286000"/>
            <a:ext cx="7863840" cy="640080"/>
          </a:xfrm>
          <a:prstGeom prst="rect">
            <a:avLst/>
          </a:prstGeom>
          <a:noFill/>
        </p:spPr>
        <p:txBody>
          <a:bodyPr wrap="square" anchor="t" lIns="45720" rIns="45720" tIns="27432" bIns="27432">
            <a:spAutoFit/>
          </a:bodyPr>
          <a:lstStyle/>
          <a:p>
            <a:pPr algn="l" marL="0" indent="0">
              <a:spcAft>
                <a:spcPts val="800"/>
              </a:spcAft>
              <a:buNone/>
            </a:pPr>
            <a:r>
              <a:rPr sz="2600" b="0">
                <a:solidFill>
                  <a:srgbClr val="219BC3"/>
                </a:solidFill>
                <a:latin typeface="Franklin Gothic Medium"/>
              </a:rPr>
              <a:t>01  Dataset de 2013 anonimizado</a:t>
            </a:r>
          </a:p>
        </p:txBody>
      </p:sp>
      <p:sp>
        <p:nvSpPr>
          <p:cNvPr id="12295" name="TextBox 12294"/>
          <p:cNvSpPr txBox="1"/>
          <p:nvPr/>
        </p:nvSpPr>
        <p:spPr>
          <a:xfrm>
            <a:off x="914400" y="3063240"/>
            <a:ext cx="7863840" cy="2194560"/>
          </a:xfrm>
          <a:prstGeom prst="rect">
            <a:avLst/>
          </a:prstGeom>
          <a:noFill/>
        </p:spPr>
        <p:txBody>
          <a:bodyPr wrap="square" anchor="t" lIns="45720" rIns="45720" tIns="27432" bIns="27432">
            <a:spAutoFit/>
          </a:bodyPr>
          <a:lstStyle/>
          <a:p>
            <a:pPr algn="l" marL="0" indent="0">
              <a:spcAft>
                <a:spcPts val="800"/>
              </a:spcAft>
              <a:buNone/>
            </a:pPr>
            <a:r>
              <a:rPr sz="2100" b="0">
                <a:solidFill>
                  <a:srgbClr val="3C3C48"/>
                </a:solidFill>
                <a:latin typeface="Franklin Gothic Book"/>
              </a:rPr>
              <a:t>ULB no refleja fraudes actuales (billeteras digitales, deepfakes) y sus variables PCA no tienen significado de negocio.</a:t>
            </a:r>
          </a:p>
        </p:txBody>
      </p:sp>
      <p:sp>
        <p:nvSpPr>
          <p:cNvPr id="12296" name="TextBox 12295"/>
          <p:cNvSpPr txBox="1"/>
          <p:nvPr/>
        </p:nvSpPr>
        <p:spPr>
          <a:xfrm>
            <a:off x="9326880" y="2286000"/>
            <a:ext cx="7863840" cy="640080"/>
          </a:xfrm>
          <a:prstGeom prst="rect">
            <a:avLst/>
          </a:prstGeom>
          <a:noFill/>
        </p:spPr>
        <p:txBody>
          <a:bodyPr wrap="square" anchor="t" lIns="45720" rIns="45720" tIns="27432" bIns="27432">
            <a:spAutoFit/>
          </a:bodyPr>
          <a:lstStyle/>
          <a:p>
            <a:pPr algn="l" marL="0" indent="0">
              <a:spcAft>
                <a:spcPts val="800"/>
              </a:spcAft>
              <a:buNone/>
            </a:pPr>
            <a:r>
              <a:rPr sz="2600" b="0">
                <a:solidFill>
                  <a:srgbClr val="219BC3"/>
                </a:solidFill>
                <a:latin typeface="Franklin Gothic Medium"/>
              </a:rPr>
              <a:t>02  Preprocesamiento genérico en IEEE-CIS</a:t>
            </a:r>
          </a:p>
        </p:txBody>
      </p:sp>
      <p:sp>
        <p:nvSpPr>
          <p:cNvPr id="12297" name="TextBox 12296"/>
          <p:cNvSpPr txBox="1"/>
          <p:nvPr/>
        </p:nvSpPr>
        <p:spPr>
          <a:xfrm>
            <a:off x="9326880" y="3063240"/>
            <a:ext cx="7863840" cy="2194560"/>
          </a:xfrm>
          <a:prstGeom prst="rect">
            <a:avLst/>
          </a:prstGeom>
          <a:noFill/>
        </p:spPr>
        <p:txBody>
          <a:bodyPr wrap="square" anchor="t" lIns="45720" rIns="45720" tIns="27432" bIns="27432">
            <a:spAutoFit/>
          </a:bodyPr>
          <a:lstStyle/>
          <a:p>
            <a:pPr algn="l" marL="0" indent="0">
              <a:spcAft>
                <a:spcPts val="800"/>
              </a:spcAft>
              <a:buNone/>
            </a:pPr>
            <a:r>
              <a:rPr sz="2100" b="0">
                <a:solidFill>
                  <a:srgbClr val="3C3C48"/>
                </a:solidFill>
                <a:latin typeface="Franklin Gothic Book"/>
              </a:rPr>
              <a:t>Se replicó el esquema de ULB; un tratamiento específico podría mejorar el AUC-PR obtenido.</a:t>
            </a:r>
          </a:p>
        </p:txBody>
      </p:sp>
      <p:sp>
        <p:nvSpPr>
          <p:cNvPr id="12298" name="TextBox 12297"/>
          <p:cNvSpPr txBox="1"/>
          <p:nvPr/>
        </p:nvSpPr>
        <p:spPr>
          <a:xfrm>
            <a:off x="914400" y="5532120"/>
            <a:ext cx="7863840" cy="640080"/>
          </a:xfrm>
          <a:prstGeom prst="rect">
            <a:avLst/>
          </a:prstGeom>
          <a:noFill/>
        </p:spPr>
        <p:txBody>
          <a:bodyPr wrap="square" anchor="t" lIns="45720" rIns="45720" tIns="27432" bIns="27432">
            <a:spAutoFit/>
          </a:bodyPr>
          <a:lstStyle/>
          <a:p>
            <a:pPr algn="l" marL="0" indent="0">
              <a:spcAft>
                <a:spcPts val="800"/>
              </a:spcAft>
              <a:buNone/>
            </a:pPr>
            <a:r>
              <a:rPr sz="2600" b="0">
                <a:solidFill>
                  <a:srgbClr val="219BC3"/>
                </a:solidFill>
                <a:latin typeface="Franklin Gothic Medium"/>
              </a:rPr>
              <a:t>03  SHAP sobre una muestra</a:t>
            </a:r>
          </a:p>
        </p:txBody>
      </p:sp>
      <p:sp>
        <p:nvSpPr>
          <p:cNvPr id="12299" name="TextBox 12298"/>
          <p:cNvSpPr txBox="1"/>
          <p:nvPr/>
        </p:nvSpPr>
        <p:spPr>
          <a:xfrm>
            <a:off x="914400" y="6309359"/>
            <a:ext cx="7863840" cy="2194560"/>
          </a:xfrm>
          <a:prstGeom prst="rect">
            <a:avLst/>
          </a:prstGeom>
          <a:noFill/>
        </p:spPr>
        <p:txBody>
          <a:bodyPr wrap="square" anchor="t" lIns="45720" rIns="45720" tIns="27432" bIns="27432">
            <a:spAutoFit/>
          </a:bodyPr>
          <a:lstStyle/>
          <a:p>
            <a:pPr algn="l" marL="0" indent="0">
              <a:spcAft>
                <a:spcPts val="800"/>
              </a:spcAft>
              <a:buNone/>
            </a:pPr>
            <a:r>
              <a:rPr sz="2100" b="0">
                <a:solidFill>
                  <a:srgbClr val="3C3C48"/>
                </a:solidFill>
                <a:latin typeface="Franklin Gothic Book"/>
              </a:rPr>
              <a:t>2.000 transacciones de test por coste computacional; una muestra mayor podría revelar más patrones locales.</a:t>
            </a:r>
          </a:p>
        </p:txBody>
      </p:sp>
      <p:sp>
        <p:nvSpPr>
          <p:cNvPr id="12300" name="TextBox 12299"/>
          <p:cNvSpPr txBox="1"/>
          <p:nvPr/>
        </p:nvSpPr>
        <p:spPr>
          <a:xfrm>
            <a:off x="9326880" y="5532120"/>
            <a:ext cx="7863840" cy="640080"/>
          </a:xfrm>
          <a:prstGeom prst="rect">
            <a:avLst/>
          </a:prstGeom>
          <a:noFill/>
        </p:spPr>
        <p:txBody>
          <a:bodyPr wrap="square" anchor="t" lIns="45720" rIns="45720" tIns="27432" bIns="27432">
            <a:spAutoFit/>
          </a:bodyPr>
          <a:lstStyle/>
          <a:p>
            <a:pPr algn="l" marL="0" indent="0">
              <a:spcAft>
                <a:spcPts val="800"/>
              </a:spcAft>
              <a:buNone/>
            </a:pPr>
            <a:r>
              <a:rPr sz="2600" b="0">
                <a:solidFill>
                  <a:srgbClr val="219BC3"/>
                </a:solidFill>
                <a:latin typeface="Franklin Gothic Medium"/>
              </a:rPr>
              <a:t>04  Una partición y una semilla</a:t>
            </a:r>
          </a:p>
        </p:txBody>
      </p:sp>
      <p:sp>
        <p:nvSpPr>
          <p:cNvPr id="12301" name="TextBox 12300"/>
          <p:cNvSpPr txBox="1"/>
          <p:nvPr/>
        </p:nvSpPr>
        <p:spPr>
          <a:xfrm>
            <a:off x="9326880" y="6309359"/>
            <a:ext cx="7863840" cy="2194560"/>
          </a:xfrm>
          <a:prstGeom prst="rect">
            <a:avLst/>
          </a:prstGeom>
          <a:noFill/>
        </p:spPr>
        <p:txBody>
          <a:bodyPr wrap="square" anchor="t" lIns="45720" rIns="45720" tIns="27432" bIns="27432">
            <a:spAutoFit/>
          </a:bodyPr>
          <a:lstStyle/>
          <a:p>
            <a:pPr algn="l" marL="0" indent="0">
              <a:spcAft>
                <a:spcPts val="800"/>
              </a:spcAft>
              <a:buNone/>
            </a:pPr>
            <a:r>
              <a:rPr sz="2100" b="0">
                <a:solidFill>
                  <a:srgbClr val="3C3C48"/>
                </a:solidFill>
                <a:latin typeface="Franklin Gothic Book"/>
              </a:rPr>
              <a:t>Sin repeticiones con varias semillas ni un tercer dominio: la robustez general queda por confirmar.</a:t>
            </a:r>
          </a:p>
        </p:txBody>
      </p:sp>
    </p:spTree>
  </p:cSld>
  <p:clrMapOvr>
    <a:masterClrMapping/>
  </p:clrMapOvr>
  <p:transition spd="med">
    <p:fade/>
  </p:transition>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27" name="Straight Connector 26">
            <a:extLst>
              <a:ext uri="{FF2B5EF4-FFF2-40B4-BE49-F238E27FC236}">
                <a16:creationId xmlns:a16="http://schemas.microsoft.com/office/drawing/2014/main" id="{387DB172-CECF-8AAC-CDA9-ECB67CD82136}"/>
              </a:ext>
            </a:extLst>
          </p:cNvPr>
          <p:cNvCxnSpPr>
            <a:endCxn id="18460" idx="7"/>
          </p:cNvCxnSpPr>
          <p:nvPr/>
        </p:nvCxnSpPr>
        <p:spPr>
          <a:xfrm flipH="1">
            <a:off x="1422400" y="5143500"/>
            <a:ext cx="15193963" cy="0"/>
          </a:xfrm>
          <a:prstGeom prst="line">
            <a:avLst/>
          </a:prstGeom>
          <a:ln w="25400">
            <a:solidFill>
              <a:schemeClr val="accent2"/>
            </a:solidFill>
            <a:headEnd type="none"/>
            <a:tailEnd type="none"/>
          </a:ln>
        </p:spPr>
        <p:style>
          <a:lnRef idx="1">
            <a:schemeClr val="accent1"/>
          </a:lnRef>
          <a:fillRef idx="0">
            <a:schemeClr val="accent1"/>
          </a:fillRef>
          <a:effectRef idx="0">
            <a:schemeClr val="accent1"/>
          </a:effectRef>
          <a:fontRef idx="minor">
            <a:schemeClr val="tx1"/>
          </a:fontRef>
        </p:style>
      </p:cxnSp>
      <p:sp>
        <p:nvSpPr>
          <p:cNvPr id="2" name="Title 1">
            <a:extLst>
              <a:ext uri="{FF2B5EF4-FFF2-40B4-BE49-F238E27FC236}">
                <a16:creationId xmlns:a16="http://schemas.microsoft.com/office/drawing/2014/main" id="{55D7124B-ED40-7C55-399A-207701720142}"/>
              </a:ext>
            </a:extLst>
          </p:cNvPr>
          <p:cNvSpPr>
            <a:spLocks noGrp="1"/>
          </p:cNvSpPr>
          <p:nvPr>
            <p:ph type="title"/>
          </p:nvPr>
        </p:nvSpPr>
        <p:spPr>
          <a:xfrm>
            <a:off x="876300" y="571500"/>
            <a:ext cx="16002000" cy="1322388"/>
          </a:xfrm>
        </p:spPr>
        <p:txBody>
          <a:bodyPr/>
          <a:lstStyle/>
          <a:p>
            <a:pPr defTabSz="1371408" eaLnBrk="1" fontAlgn="auto" hangingPunct="1">
              <a:spcAft>
                <a:spcPts val="0"/>
              </a:spcAft>
              <a:defRPr/>
            </a:pPr>
            <a:r>
              <a:rPr lang="es-ES_tradnl">
                <a:solidFill>
                  <a:schemeClr val="accent1"/>
                </a:solidFill>
              </a:rPr>
              <a:t>04 Conclusiones</a:t>
            </a:r>
            <a:br>
              <a:rPr lang="es-ES_tradnl"/>
            </a:br>
            <a:r>
              <a:rPr lang="es-ES_tradnl">
                <a:solidFill>
                  <a:srgbClr val="00566C"/>
                </a:solidFill>
              </a:rPr>
              <a:t>Líneas de trabajo futuro</a:t>
            </a:r>
            <a:endParaRPr lang="es-ES_tradnl">
              <a:solidFill>
                <a:schemeClr val="accent1"/>
              </a:solidFill>
            </a:endParaRPr>
          </a:p>
        </p:txBody>
      </p:sp>
      <p:sp>
        <p:nvSpPr>
          <p:cNvPr id="13" name="Oval 12">
            <a:extLst>
              <a:ext uri="{FF2B5EF4-FFF2-40B4-BE49-F238E27FC236}">
                <a16:creationId xmlns:a16="http://schemas.microsoft.com/office/drawing/2014/main" id="{CF2A3A84-53B2-7787-AA5E-F86BEDA58870}"/>
              </a:ext>
            </a:extLst>
          </p:cNvPr>
          <p:cNvSpPr/>
          <p:nvPr/>
        </p:nvSpPr>
        <p:spPr>
          <a:xfrm rot="10800000">
            <a:off x="3379788" y="4964113"/>
            <a:ext cx="360362" cy="358775"/>
          </a:xfrm>
          <a:prstGeom prst="ellipse">
            <a:avLst/>
          </a:prstGeom>
          <a:solidFill>
            <a:schemeClr val="accent5"/>
          </a:solidFill>
          <a:ln w="63500">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defTabSz="1371408" eaLnBrk="1" fontAlgn="auto" hangingPunct="1">
              <a:spcBef>
                <a:spcPts val="0"/>
              </a:spcBef>
              <a:spcAft>
                <a:spcPts val="0"/>
              </a:spcAft>
              <a:defRPr/>
            </a:pPr>
            <a:endParaRPr lang="uk-UA">
              <a:solidFill>
                <a:schemeClr val="tx1"/>
              </a:solidFill>
            </a:endParaRPr>
          </a:p>
        </p:txBody>
      </p:sp>
      <p:sp>
        <p:nvSpPr>
          <p:cNvPr id="22" name="TextBox 21">
            <a:extLst>
              <a:ext uri="{FF2B5EF4-FFF2-40B4-BE49-F238E27FC236}">
                <a16:creationId xmlns:a16="http://schemas.microsoft.com/office/drawing/2014/main" id="{B8349A6A-B52E-A3D3-345C-ECB20835C975}"/>
              </a:ext>
            </a:extLst>
          </p:cNvPr>
          <p:cNvSpPr txBox="1"/>
          <p:nvPr/>
        </p:nvSpPr>
        <p:spPr>
          <a:xfrm>
            <a:off x="1698625" y="5580063"/>
            <a:ext cx="3829050" cy="646112"/>
          </a:xfrm>
          <a:prstGeom prst="rect">
            <a:avLst/>
          </a:prstGeom>
          <a:noFill/>
        </p:spPr>
        <p:txBody>
          <a:bodyPr>
            <a:spAutoFit/>
          </a:bodyPr>
          <a:lstStyle/>
          <a:p>
            <a:pPr algn="ctr" defTabSz="1371408" eaLnBrk="1" fontAlgn="auto" hangingPunct="1">
              <a:spcBef>
                <a:spcPts val="0"/>
              </a:spcBef>
              <a:spcAft>
                <a:spcPts val="0"/>
              </a:spcAft>
              <a:defRPr/>
            </a:pPr>
            <a:r>
              <a:rPr lang="es-ES_tradnl" sz="2400" err="1">
                <a:solidFill>
                  <a:srgbClr val="219BC3"/>
                </a:solidFill>
                <a:latin typeface="+mj-lt"/>
              </a:rPr>
              <a:t>Datos recientes</a:t>
            </a:r>
          </a:p>
        </p:txBody>
      </p:sp>
      <p:sp>
        <p:nvSpPr>
          <p:cNvPr id="23" name="TextBox 22">
            <a:extLst>
              <a:ext uri="{FF2B5EF4-FFF2-40B4-BE49-F238E27FC236}">
                <a16:creationId xmlns:a16="http://schemas.microsoft.com/office/drawing/2014/main" id="{9F3BCDDA-A673-122D-2D2B-5D9D46284AFB}"/>
              </a:ext>
            </a:extLst>
          </p:cNvPr>
          <p:cNvSpPr txBox="1"/>
          <p:nvPr/>
        </p:nvSpPr>
        <p:spPr>
          <a:xfrm>
            <a:off x="2530793" y="4002088"/>
            <a:ext cx="2011680" cy="584200"/>
          </a:xfrm>
          <a:prstGeom prst="rect">
            <a:avLst/>
          </a:prstGeom>
          <a:noFill/>
        </p:spPr>
        <p:txBody>
          <a:bodyPr>
            <a:spAutoFit/>
          </a:bodyPr>
          <a:lstStyle/>
          <a:p>
            <a:pPr algn="ctr" defTabSz="1371408" eaLnBrk="1" fontAlgn="auto" hangingPunct="1">
              <a:spcBef>
                <a:spcPts val="0"/>
              </a:spcBef>
              <a:spcAft>
                <a:spcPts val="0"/>
              </a:spcAft>
              <a:defRPr/>
            </a:pPr>
            <a:r>
              <a:rPr lang="es-ES_tradnl" sz="3200">
                <a:solidFill>
                  <a:schemeClr val="accent2"/>
                </a:solidFill>
                <a:latin typeface="+mj-lt"/>
              </a:rPr>
              <a:t>Línea 1</a:t>
            </a:r>
          </a:p>
        </p:txBody>
      </p:sp>
      <p:sp>
        <p:nvSpPr>
          <p:cNvPr id="18439" name="TextBox 23">
            <a:extLst>
              <a:ext uri="{FF2B5EF4-FFF2-40B4-BE49-F238E27FC236}">
                <a16:creationId xmlns:a16="http://schemas.microsoft.com/office/drawing/2014/main" id="{CCD0C67F-DB12-9F97-5AF9-031AD4C98FD0}"/>
              </a:ext>
            </a:extLst>
          </p:cNvPr>
          <p:cNvSpPr txBox="1">
            <a:spLocks noChangeArrowheads="1"/>
          </p:cNvSpPr>
          <p:nvPr/>
        </p:nvSpPr>
        <p:spPr bwMode="auto">
          <a:xfrm>
            <a:off x="2205673" y="6319838"/>
            <a:ext cx="2788920" cy="16303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sz="2700">
                <a:solidFill>
                  <a:schemeClr val="tx1"/>
                </a:solidFill>
                <a:latin typeface="Franklin Gothic Book" panose="020B0503020102020204" pitchFamily="34" charset="0"/>
              </a:defRPr>
            </a:lvl1pPr>
            <a:lvl2pPr marL="742950" indent="-285750">
              <a:defRPr sz="2700">
                <a:solidFill>
                  <a:schemeClr val="tx1"/>
                </a:solidFill>
                <a:latin typeface="Franklin Gothic Book" panose="020B0503020102020204" pitchFamily="34" charset="0"/>
              </a:defRPr>
            </a:lvl2pPr>
            <a:lvl3pPr marL="1143000" indent="-228600">
              <a:defRPr sz="2700">
                <a:solidFill>
                  <a:schemeClr val="tx1"/>
                </a:solidFill>
                <a:latin typeface="Franklin Gothic Book" panose="020B0503020102020204" pitchFamily="34" charset="0"/>
              </a:defRPr>
            </a:lvl3pPr>
            <a:lvl4pPr marL="1600200" indent="-228600">
              <a:defRPr sz="2700">
                <a:solidFill>
                  <a:schemeClr val="tx1"/>
                </a:solidFill>
                <a:latin typeface="Franklin Gothic Book" panose="020B0503020102020204" pitchFamily="34" charset="0"/>
              </a:defRPr>
            </a:lvl4pPr>
            <a:lvl5pPr marL="2057400" indent="-228600">
              <a:defRPr sz="2700">
                <a:solidFill>
                  <a:schemeClr val="tx1"/>
                </a:solidFill>
                <a:latin typeface="Franklin Gothic Book" panose="020B0503020102020204" pitchFamily="34" charset="0"/>
              </a:defRPr>
            </a:lvl5pPr>
            <a:lvl6pPr marL="2514600" indent="-228600" defTabSz="1370013" eaLnBrk="0" fontAlgn="base" hangingPunct="0">
              <a:spcBef>
                <a:spcPct val="0"/>
              </a:spcBef>
              <a:spcAft>
                <a:spcPct val="0"/>
              </a:spcAft>
              <a:defRPr sz="2700">
                <a:solidFill>
                  <a:schemeClr val="tx1"/>
                </a:solidFill>
                <a:latin typeface="Franklin Gothic Book" panose="020B0503020102020204" pitchFamily="34" charset="0"/>
              </a:defRPr>
            </a:lvl6pPr>
            <a:lvl7pPr marL="2971800" indent="-228600" defTabSz="1370013" eaLnBrk="0" fontAlgn="base" hangingPunct="0">
              <a:spcBef>
                <a:spcPct val="0"/>
              </a:spcBef>
              <a:spcAft>
                <a:spcPct val="0"/>
              </a:spcAft>
              <a:defRPr sz="2700">
                <a:solidFill>
                  <a:schemeClr val="tx1"/>
                </a:solidFill>
                <a:latin typeface="Franklin Gothic Book" panose="020B0503020102020204" pitchFamily="34" charset="0"/>
              </a:defRPr>
            </a:lvl7pPr>
            <a:lvl8pPr marL="3429000" indent="-228600" defTabSz="1370013" eaLnBrk="0" fontAlgn="base" hangingPunct="0">
              <a:spcBef>
                <a:spcPct val="0"/>
              </a:spcBef>
              <a:spcAft>
                <a:spcPct val="0"/>
              </a:spcAft>
              <a:defRPr sz="2700">
                <a:solidFill>
                  <a:schemeClr val="tx1"/>
                </a:solidFill>
                <a:latin typeface="Franklin Gothic Book" panose="020B0503020102020204" pitchFamily="34" charset="0"/>
              </a:defRPr>
            </a:lvl8pPr>
            <a:lvl9pPr marL="3886200" indent="-228600" defTabSz="1370013" eaLnBrk="0" fontAlgn="base" hangingPunct="0">
              <a:spcBef>
                <a:spcPct val="0"/>
              </a:spcBef>
              <a:spcAft>
                <a:spcPct val="0"/>
              </a:spcAft>
              <a:defRPr sz="2700">
                <a:solidFill>
                  <a:schemeClr val="tx1"/>
                </a:solidFill>
                <a:latin typeface="Franklin Gothic Book" panose="020B0503020102020204" pitchFamily="34" charset="0"/>
              </a:defRPr>
            </a:lvl9pPr>
          </a:lstStyle>
          <a:p>
            <a:pPr algn="ctr" eaLnBrk="1" hangingPunct="1"/>
            <a:r>
              <a:rPr lang="es-ES_tradnl" altLang="es-ES" sz="1700">
                <a:solidFill>
                  <a:schemeClr val="tx2"/>
                </a:solidFill>
              </a:rPr>
              <a:t>Aplicar el protocolo al Bank Account Fraud Dataset (2022)</a:t>
            </a:r>
          </a:p>
        </p:txBody>
      </p:sp>
      <p:grpSp>
        <p:nvGrpSpPr>
          <p:cNvPr id="18440" name="Agrupar 6">
            <a:extLst>
              <a:ext uri="{FF2B5EF4-FFF2-40B4-BE49-F238E27FC236}">
                <a16:creationId xmlns:a16="http://schemas.microsoft.com/office/drawing/2014/main" id="{0D5C12CC-8541-8D18-1EE5-220DBC6523E2}"/>
              </a:ext>
            </a:extLst>
          </p:cNvPr>
          <p:cNvGrpSpPr>
            <a:grpSpLocks/>
          </p:cNvGrpSpPr>
          <p:nvPr/>
        </p:nvGrpSpPr>
        <p:grpSpPr bwMode="auto">
          <a:xfrm>
            <a:off x="16175038" y="4427538"/>
            <a:ext cx="1431925" cy="1431925"/>
            <a:chOff x="15344997" y="3967844"/>
            <a:chExt cx="2351314" cy="2351315"/>
          </a:xfrm>
        </p:grpSpPr>
        <p:sp>
          <p:nvSpPr>
            <p:cNvPr id="4" name="Oval 3">
              <a:extLst>
                <a:ext uri="{FF2B5EF4-FFF2-40B4-BE49-F238E27FC236}">
                  <a16:creationId xmlns:a16="http://schemas.microsoft.com/office/drawing/2014/main" id="{1B325BB1-CEF8-3931-BAE5-60C12683B809}"/>
                </a:ext>
              </a:extLst>
            </p:cNvPr>
            <p:cNvSpPr/>
            <p:nvPr/>
          </p:nvSpPr>
          <p:spPr>
            <a:xfrm rot="10800000">
              <a:off x="15344997" y="3967844"/>
              <a:ext cx="2351314" cy="2351315"/>
            </a:xfrm>
            <a:prstGeom prst="ellipse">
              <a:avLst/>
            </a:prstGeom>
            <a:solidFill>
              <a:schemeClr val="accent1"/>
            </a:solidFill>
            <a:ln w="63500">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defTabSz="1371408" eaLnBrk="1" fontAlgn="auto" hangingPunct="1">
                <a:spcBef>
                  <a:spcPts val="0"/>
                </a:spcBef>
                <a:spcAft>
                  <a:spcPts val="0"/>
                </a:spcAft>
                <a:defRPr/>
              </a:pPr>
              <a:endParaRPr lang="uk-UA">
                <a:solidFill>
                  <a:schemeClr val="tx1"/>
                </a:solidFill>
              </a:endParaRPr>
            </a:p>
          </p:txBody>
        </p:sp>
        <p:sp>
          <p:nvSpPr>
            <p:cNvPr id="18462" name="Freeform 427">
              <a:extLst>
                <a:ext uri="{FF2B5EF4-FFF2-40B4-BE49-F238E27FC236}">
                  <a16:creationId xmlns:a16="http://schemas.microsoft.com/office/drawing/2014/main" id="{190B8506-D54D-232C-B19F-EBD6DD07DEB4}"/>
                </a:ext>
              </a:extLst>
            </p:cNvPr>
            <p:cNvSpPr>
              <a:spLocks noEditPoints="1"/>
            </p:cNvSpPr>
            <p:nvPr/>
          </p:nvSpPr>
          <p:spPr bwMode="auto">
            <a:xfrm>
              <a:off x="16097334" y="4472150"/>
              <a:ext cx="846498" cy="1342703"/>
            </a:xfrm>
            <a:custGeom>
              <a:avLst/>
              <a:gdLst>
                <a:gd name="T0" fmla="*/ 2147483646 w 112"/>
                <a:gd name="T1" fmla="*/ 0 h 176"/>
                <a:gd name="T2" fmla="*/ 228493996 w 112"/>
                <a:gd name="T3" fmla="*/ 0 h 176"/>
                <a:gd name="T4" fmla="*/ 0 w 112"/>
                <a:gd name="T5" fmla="*/ 232806391 h 176"/>
                <a:gd name="T6" fmla="*/ 0 w 112"/>
                <a:gd name="T7" fmla="*/ 2147483646 h 176"/>
                <a:gd name="T8" fmla="*/ 2147483646 w 112"/>
                <a:gd name="T9" fmla="*/ 2147483646 h 176"/>
                <a:gd name="T10" fmla="*/ 2147483646 w 112"/>
                <a:gd name="T11" fmla="*/ 2147483646 h 176"/>
                <a:gd name="T12" fmla="*/ 1142469979 w 112"/>
                <a:gd name="T13" fmla="*/ 2147483646 h 176"/>
                <a:gd name="T14" fmla="*/ 913975983 w 112"/>
                <a:gd name="T15" fmla="*/ 2147483646 h 176"/>
                <a:gd name="T16" fmla="*/ 1142469979 w 112"/>
                <a:gd name="T17" fmla="*/ 2147483646 h 176"/>
                <a:gd name="T18" fmla="*/ 2147483646 w 112"/>
                <a:gd name="T19" fmla="*/ 2147483646 h 176"/>
                <a:gd name="T20" fmla="*/ 2147483646 w 112"/>
                <a:gd name="T21" fmla="*/ 2147483646 h 176"/>
                <a:gd name="T22" fmla="*/ 2147483646 w 112"/>
                <a:gd name="T23" fmla="*/ 2147483646 h 176"/>
                <a:gd name="T24" fmla="*/ 2147483646 w 112"/>
                <a:gd name="T25" fmla="*/ 2147483646 h 176"/>
                <a:gd name="T26" fmla="*/ 2147483646 w 112"/>
                <a:gd name="T27" fmla="*/ 2147483646 h 176"/>
                <a:gd name="T28" fmla="*/ 2147483646 w 112"/>
                <a:gd name="T29" fmla="*/ 2147483646 h 176"/>
                <a:gd name="T30" fmla="*/ 2147483646 w 112"/>
                <a:gd name="T31" fmla="*/ 232806391 h 176"/>
                <a:gd name="T32" fmla="*/ 2147483646 w 112"/>
                <a:gd name="T33" fmla="*/ 0 h 176"/>
                <a:gd name="T34" fmla="*/ 2147483646 w 112"/>
                <a:gd name="T35" fmla="*/ 2147483646 h 176"/>
                <a:gd name="T36" fmla="*/ 2147483646 w 112"/>
                <a:gd name="T37" fmla="*/ 2147483646 h 176"/>
                <a:gd name="T38" fmla="*/ 456987992 w 112"/>
                <a:gd name="T39" fmla="*/ 2147483646 h 176"/>
                <a:gd name="T40" fmla="*/ 456987992 w 112"/>
                <a:gd name="T41" fmla="*/ 1746047930 h 176"/>
                <a:gd name="T42" fmla="*/ 1942206523 w 112"/>
                <a:gd name="T43" fmla="*/ 2095257516 h 176"/>
                <a:gd name="T44" fmla="*/ 2147483646 w 112"/>
                <a:gd name="T45" fmla="*/ 2147483646 h 176"/>
                <a:gd name="T46" fmla="*/ 2147483646 w 112"/>
                <a:gd name="T47" fmla="*/ 2147483646 h 176"/>
                <a:gd name="T48" fmla="*/ 2147483646 w 112"/>
                <a:gd name="T49" fmla="*/ 1978854320 h 176"/>
                <a:gd name="T50" fmla="*/ 2147483646 w 112"/>
                <a:gd name="T51" fmla="*/ 2147483646 h 176"/>
                <a:gd name="T52" fmla="*/ 2147483646 w 112"/>
                <a:gd name="T53" fmla="*/ 1338636746 h 176"/>
                <a:gd name="T54" fmla="*/ 2147483646 w 112"/>
                <a:gd name="T55" fmla="*/ 2147483646 h 176"/>
                <a:gd name="T56" fmla="*/ 2147483646 w 112"/>
                <a:gd name="T57" fmla="*/ 1687846332 h 176"/>
                <a:gd name="T58" fmla="*/ 456987992 w 112"/>
                <a:gd name="T59" fmla="*/ 1280435148 h 176"/>
                <a:gd name="T60" fmla="*/ 456987992 w 112"/>
                <a:gd name="T61" fmla="*/ 465612781 h 176"/>
                <a:gd name="T62" fmla="*/ 2147483646 w 112"/>
                <a:gd name="T63" fmla="*/ 465612781 h 176"/>
                <a:gd name="T64" fmla="*/ 2147483646 w 112"/>
                <a:gd name="T65" fmla="*/ 1338636746 h 17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Lst>
              <a:ahLst/>
              <a:cxnLst>
                <a:cxn ang="T66">
                  <a:pos x="T0" y="T1"/>
                </a:cxn>
                <a:cxn ang="T67">
                  <a:pos x="T2" y="T3"/>
                </a:cxn>
                <a:cxn ang="T68">
                  <a:pos x="T4" y="T5"/>
                </a:cxn>
                <a:cxn ang="T69">
                  <a:pos x="T6" y="T7"/>
                </a:cxn>
                <a:cxn ang="T70">
                  <a:pos x="T8" y="T9"/>
                </a:cxn>
                <a:cxn ang="T71">
                  <a:pos x="T10" y="T11"/>
                </a:cxn>
                <a:cxn ang="T72">
                  <a:pos x="T12" y="T13"/>
                </a:cxn>
                <a:cxn ang="T73">
                  <a:pos x="T14" y="T15"/>
                </a:cxn>
                <a:cxn ang="T74">
                  <a:pos x="T16" y="T17"/>
                </a:cxn>
                <a:cxn ang="T75">
                  <a:pos x="T18" y="T19"/>
                </a:cxn>
                <a:cxn ang="T76">
                  <a:pos x="T20" y="T21"/>
                </a:cxn>
                <a:cxn ang="T77">
                  <a:pos x="T22" y="T23"/>
                </a:cxn>
                <a:cxn ang="T78">
                  <a:pos x="T24" y="T25"/>
                </a:cxn>
                <a:cxn ang="T79">
                  <a:pos x="T26" y="T27"/>
                </a:cxn>
                <a:cxn ang="T80">
                  <a:pos x="T28" y="T29"/>
                </a:cxn>
                <a:cxn ang="T81">
                  <a:pos x="T30" y="T31"/>
                </a:cxn>
                <a:cxn ang="T82">
                  <a:pos x="T32" y="T33"/>
                </a:cxn>
                <a:cxn ang="T83">
                  <a:pos x="T34" y="T35"/>
                </a:cxn>
                <a:cxn ang="T84">
                  <a:pos x="T36" y="T37"/>
                </a:cxn>
                <a:cxn ang="T85">
                  <a:pos x="T38" y="T39"/>
                </a:cxn>
                <a:cxn ang="T86">
                  <a:pos x="T40" y="T41"/>
                </a:cxn>
                <a:cxn ang="T87">
                  <a:pos x="T42" y="T43"/>
                </a:cxn>
                <a:cxn ang="T88">
                  <a:pos x="T44" y="T45"/>
                </a:cxn>
                <a:cxn ang="T89">
                  <a:pos x="T46" y="T47"/>
                </a:cxn>
                <a:cxn ang="T90">
                  <a:pos x="T48" y="T49"/>
                </a:cxn>
                <a:cxn ang="T91">
                  <a:pos x="T50" y="T51"/>
                </a:cxn>
                <a:cxn ang="T92">
                  <a:pos x="T52" y="T53"/>
                </a:cxn>
                <a:cxn ang="T93">
                  <a:pos x="T54" y="T55"/>
                </a:cxn>
                <a:cxn ang="T94">
                  <a:pos x="T56" y="T57"/>
                </a:cxn>
                <a:cxn ang="T95">
                  <a:pos x="T58" y="T59"/>
                </a:cxn>
                <a:cxn ang="T96">
                  <a:pos x="T60" y="T61"/>
                </a:cxn>
                <a:cxn ang="T97">
                  <a:pos x="T62" y="T63"/>
                </a:cxn>
                <a:cxn ang="T98">
                  <a:pos x="T64" y="T65"/>
                </a:cxn>
              </a:cxnLst>
              <a:rect l="0" t="0" r="r" b="b"/>
              <a:pathLst>
                <a:path w="112" h="176">
                  <a:moveTo>
                    <a:pt x="108" y="0"/>
                  </a:moveTo>
                  <a:cubicBezTo>
                    <a:pt x="4" y="0"/>
                    <a:pt x="4" y="0"/>
                    <a:pt x="4" y="0"/>
                  </a:cubicBezTo>
                  <a:cubicBezTo>
                    <a:pt x="2" y="0"/>
                    <a:pt x="0" y="2"/>
                    <a:pt x="0" y="4"/>
                  </a:cubicBezTo>
                  <a:cubicBezTo>
                    <a:pt x="0" y="48"/>
                    <a:pt x="0" y="48"/>
                    <a:pt x="0" y="48"/>
                  </a:cubicBezTo>
                  <a:cubicBezTo>
                    <a:pt x="0" y="78"/>
                    <a:pt x="23" y="102"/>
                    <a:pt x="52" y="104"/>
                  </a:cubicBezTo>
                  <a:cubicBezTo>
                    <a:pt x="52" y="168"/>
                    <a:pt x="52" y="168"/>
                    <a:pt x="52" y="168"/>
                  </a:cubicBezTo>
                  <a:cubicBezTo>
                    <a:pt x="20" y="168"/>
                    <a:pt x="20" y="168"/>
                    <a:pt x="20" y="168"/>
                  </a:cubicBezTo>
                  <a:cubicBezTo>
                    <a:pt x="18" y="168"/>
                    <a:pt x="16" y="170"/>
                    <a:pt x="16" y="172"/>
                  </a:cubicBezTo>
                  <a:cubicBezTo>
                    <a:pt x="16" y="174"/>
                    <a:pt x="18" y="176"/>
                    <a:pt x="20" y="176"/>
                  </a:cubicBezTo>
                  <a:cubicBezTo>
                    <a:pt x="92" y="176"/>
                    <a:pt x="92" y="176"/>
                    <a:pt x="92" y="176"/>
                  </a:cubicBezTo>
                  <a:cubicBezTo>
                    <a:pt x="94" y="176"/>
                    <a:pt x="96" y="174"/>
                    <a:pt x="96" y="172"/>
                  </a:cubicBezTo>
                  <a:cubicBezTo>
                    <a:pt x="96" y="170"/>
                    <a:pt x="94" y="168"/>
                    <a:pt x="92" y="168"/>
                  </a:cubicBezTo>
                  <a:cubicBezTo>
                    <a:pt x="60" y="168"/>
                    <a:pt x="60" y="168"/>
                    <a:pt x="60" y="168"/>
                  </a:cubicBezTo>
                  <a:cubicBezTo>
                    <a:pt x="60" y="104"/>
                    <a:pt x="60" y="104"/>
                    <a:pt x="60" y="104"/>
                  </a:cubicBezTo>
                  <a:cubicBezTo>
                    <a:pt x="89" y="102"/>
                    <a:pt x="112" y="78"/>
                    <a:pt x="112" y="48"/>
                  </a:cubicBezTo>
                  <a:cubicBezTo>
                    <a:pt x="112" y="4"/>
                    <a:pt x="112" y="4"/>
                    <a:pt x="112" y="4"/>
                  </a:cubicBezTo>
                  <a:cubicBezTo>
                    <a:pt x="112" y="2"/>
                    <a:pt x="110" y="0"/>
                    <a:pt x="108" y="0"/>
                  </a:cubicBezTo>
                  <a:moveTo>
                    <a:pt x="104" y="48"/>
                  </a:moveTo>
                  <a:cubicBezTo>
                    <a:pt x="104" y="75"/>
                    <a:pt x="83" y="96"/>
                    <a:pt x="56" y="96"/>
                  </a:cubicBezTo>
                  <a:cubicBezTo>
                    <a:pt x="29" y="96"/>
                    <a:pt x="8" y="75"/>
                    <a:pt x="8" y="48"/>
                  </a:cubicBezTo>
                  <a:cubicBezTo>
                    <a:pt x="8" y="30"/>
                    <a:pt x="8" y="30"/>
                    <a:pt x="8" y="30"/>
                  </a:cubicBezTo>
                  <a:cubicBezTo>
                    <a:pt x="19" y="29"/>
                    <a:pt x="25" y="31"/>
                    <a:pt x="34" y="36"/>
                  </a:cubicBezTo>
                  <a:cubicBezTo>
                    <a:pt x="40" y="39"/>
                    <a:pt x="47" y="43"/>
                    <a:pt x="58" y="46"/>
                  </a:cubicBezTo>
                  <a:cubicBezTo>
                    <a:pt x="62" y="47"/>
                    <a:pt x="65" y="48"/>
                    <a:pt x="69" y="48"/>
                  </a:cubicBezTo>
                  <a:cubicBezTo>
                    <a:pt x="84" y="48"/>
                    <a:pt x="97" y="40"/>
                    <a:pt x="104" y="34"/>
                  </a:cubicBezTo>
                  <a:lnTo>
                    <a:pt x="104" y="48"/>
                  </a:lnTo>
                  <a:close/>
                  <a:moveTo>
                    <a:pt x="104" y="23"/>
                  </a:moveTo>
                  <a:cubicBezTo>
                    <a:pt x="103" y="24"/>
                    <a:pt x="81" y="45"/>
                    <a:pt x="60" y="38"/>
                  </a:cubicBezTo>
                  <a:cubicBezTo>
                    <a:pt x="50" y="35"/>
                    <a:pt x="44" y="32"/>
                    <a:pt x="38" y="29"/>
                  </a:cubicBezTo>
                  <a:cubicBezTo>
                    <a:pt x="28" y="24"/>
                    <a:pt x="21" y="20"/>
                    <a:pt x="8" y="22"/>
                  </a:cubicBezTo>
                  <a:cubicBezTo>
                    <a:pt x="8" y="8"/>
                    <a:pt x="8" y="8"/>
                    <a:pt x="8" y="8"/>
                  </a:cubicBezTo>
                  <a:cubicBezTo>
                    <a:pt x="104" y="8"/>
                    <a:pt x="104" y="8"/>
                    <a:pt x="104" y="8"/>
                  </a:cubicBezTo>
                  <a:lnTo>
                    <a:pt x="104" y="23"/>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lIns="91428" tIns="45713" rIns="91428" bIns="45713"/>
            <a:lstStyle/>
            <a:p>
              <a:endParaRPr lang="es-ES"/>
            </a:p>
          </p:txBody>
        </p:sp>
      </p:grpSp>
      <p:grpSp>
        <p:nvGrpSpPr>
          <p:cNvPr id="20" name="Group 5">
            <a:extLst>
              <a:ext uri="{FF2B5EF4-FFF2-40B4-BE49-F238E27FC236}">
                <a16:creationId xmlns:a16="http://schemas.microsoft.com/office/drawing/2014/main" id="{10E6340E-0AC0-F548-F7B8-32836BEEB50B}"/>
              </a:ext>
            </a:extLst>
          </p:cNvPr>
          <p:cNvGrpSpPr>
            <a:grpSpLocks/>
          </p:cNvGrpSpPr>
          <p:nvPr/>
        </p:nvGrpSpPr>
        <p:grpSpPr bwMode="auto">
          <a:xfrm>
            <a:off x="609600" y="4427538"/>
            <a:ext cx="1433513" cy="1431925"/>
            <a:chOff x="2424793" y="4005943"/>
            <a:chExt cx="2351314" cy="2351314"/>
          </a:xfrm>
        </p:grpSpPr>
        <p:sp>
          <p:nvSpPr>
            <p:cNvPr id="21" name="Oval 3">
              <a:extLst>
                <a:ext uri="{FF2B5EF4-FFF2-40B4-BE49-F238E27FC236}">
                  <a16:creationId xmlns:a16="http://schemas.microsoft.com/office/drawing/2014/main" id="{9F182C16-2BD6-5D89-672D-FF68CF1EBB34}"/>
                </a:ext>
              </a:extLst>
            </p:cNvPr>
            <p:cNvSpPr/>
            <p:nvPr/>
          </p:nvSpPr>
          <p:spPr>
            <a:xfrm>
              <a:off x="2424793" y="4005943"/>
              <a:ext cx="2351314" cy="2351314"/>
            </a:xfrm>
            <a:prstGeom prst="ellipse">
              <a:avLst/>
            </a:prstGeom>
            <a:solidFill>
              <a:schemeClr val="accent1"/>
            </a:solidFill>
            <a:ln w="63500">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defTabSz="1371408" eaLnBrk="1" fontAlgn="auto" hangingPunct="1">
                <a:spcBef>
                  <a:spcPts val="0"/>
                </a:spcBef>
                <a:spcAft>
                  <a:spcPts val="0"/>
                </a:spcAft>
                <a:defRPr/>
              </a:pPr>
              <a:endParaRPr lang="uk-UA" sz="2800">
                <a:solidFill>
                  <a:schemeClr val="tx1"/>
                </a:solidFill>
              </a:endParaRPr>
            </a:p>
          </p:txBody>
        </p:sp>
        <p:sp>
          <p:nvSpPr>
            <p:cNvPr id="18460" name="Freeform 450">
              <a:extLst>
                <a:ext uri="{FF2B5EF4-FFF2-40B4-BE49-F238E27FC236}">
                  <a16:creationId xmlns:a16="http://schemas.microsoft.com/office/drawing/2014/main" id="{A2BD45D0-1983-1271-D668-A58BAD1BEB99}"/>
                </a:ext>
              </a:extLst>
            </p:cNvPr>
            <p:cNvSpPr>
              <a:spLocks noEditPoints="1"/>
            </p:cNvSpPr>
            <p:nvPr/>
          </p:nvSpPr>
          <p:spPr bwMode="auto">
            <a:xfrm>
              <a:off x="3105150" y="4686300"/>
              <a:ext cx="990600" cy="990600"/>
            </a:xfrm>
            <a:custGeom>
              <a:avLst/>
              <a:gdLst>
                <a:gd name="T0" fmla="*/ 2147483646 w 176"/>
                <a:gd name="T1" fmla="*/ 2147483646 h 176"/>
                <a:gd name="T2" fmla="*/ 2147483646 w 176"/>
                <a:gd name="T3" fmla="*/ 2027454266 h 176"/>
                <a:gd name="T4" fmla="*/ 2147483646 w 176"/>
                <a:gd name="T5" fmla="*/ 2147483646 h 176"/>
                <a:gd name="T6" fmla="*/ 2147483646 w 176"/>
                <a:gd name="T7" fmla="*/ 1774023890 h 176"/>
                <a:gd name="T8" fmla="*/ 2147483646 w 176"/>
                <a:gd name="T9" fmla="*/ 1647305888 h 176"/>
                <a:gd name="T10" fmla="*/ 2147483646 w 176"/>
                <a:gd name="T11" fmla="*/ 1520593514 h 176"/>
                <a:gd name="T12" fmla="*/ 2147483646 w 176"/>
                <a:gd name="T13" fmla="*/ 1774023890 h 176"/>
                <a:gd name="T14" fmla="*/ 2147483646 w 176"/>
                <a:gd name="T15" fmla="*/ 2147483646 h 176"/>
                <a:gd name="T16" fmla="*/ 2147483646 w 176"/>
                <a:gd name="T17" fmla="*/ 2147483646 h 176"/>
                <a:gd name="T18" fmla="*/ 2147483646 w 176"/>
                <a:gd name="T19" fmla="*/ 2147483646 h 176"/>
                <a:gd name="T20" fmla="*/ 1267157509 w 176"/>
                <a:gd name="T21" fmla="*/ 2147483646 h 176"/>
                <a:gd name="T22" fmla="*/ 2147483646 w 176"/>
                <a:gd name="T23" fmla="*/ 2147483646 h 176"/>
                <a:gd name="T24" fmla="*/ 2147483646 w 176"/>
                <a:gd name="T25" fmla="*/ 1520593514 h 176"/>
                <a:gd name="T26" fmla="*/ 1013727133 w 176"/>
                <a:gd name="T27" fmla="*/ 1774023890 h 176"/>
                <a:gd name="T28" fmla="*/ 1267157509 w 176"/>
                <a:gd name="T29" fmla="*/ 2147483646 h 176"/>
                <a:gd name="T30" fmla="*/ 2147483646 w 176"/>
                <a:gd name="T31" fmla="*/ 1774023890 h 176"/>
                <a:gd name="T32" fmla="*/ 1267157509 w 176"/>
                <a:gd name="T33" fmla="*/ 2147483646 h 176"/>
                <a:gd name="T34" fmla="*/ 2147483646 w 176"/>
                <a:gd name="T35" fmla="*/ 2147483646 h 176"/>
                <a:gd name="T36" fmla="*/ 2147483646 w 176"/>
                <a:gd name="T37" fmla="*/ 2147483646 h 176"/>
                <a:gd name="T38" fmla="*/ 2147483646 w 176"/>
                <a:gd name="T39" fmla="*/ 2147483646 h 176"/>
                <a:gd name="T40" fmla="*/ 2147483646 w 176"/>
                <a:gd name="T41" fmla="*/ 2147483646 h 176"/>
                <a:gd name="T42" fmla="*/ 2147483646 w 176"/>
                <a:gd name="T43" fmla="*/ 253430376 h 176"/>
                <a:gd name="T44" fmla="*/ 2147483646 w 176"/>
                <a:gd name="T45" fmla="*/ 253430376 h 176"/>
                <a:gd name="T46" fmla="*/ 0 w 176"/>
                <a:gd name="T47" fmla="*/ 506866381 h 176"/>
                <a:gd name="T48" fmla="*/ 253430376 w 176"/>
                <a:gd name="T49" fmla="*/ 1013727133 h 176"/>
                <a:gd name="T50" fmla="*/ 506866381 w 176"/>
                <a:gd name="T51" fmla="*/ 2147483646 h 176"/>
                <a:gd name="T52" fmla="*/ 2147483646 w 176"/>
                <a:gd name="T53" fmla="*/ 2147483646 h 176"/>
                <a:gd name="T54" fmla="*/ 1900741892 w 176"/>
                <a:gd name="T55" fmla="*/ 2147483646 h 176"/>
                <a:gd name="T56" fmla="*/ 2122489953 w 176"/>
                <a:gd name="T57" fmla="*/ 2147483646 h 176"/>
                <a:gd name="T58" fmla="*/ 2147483646 w 176"/>
                <a:gd name="T59" fmla="*/ 2147483646 h 176"/>
                <a:gd name="T60" fmla="*/ 2147483646 w 176"/>
                <a:gd name="T61" fmla="*/ 2147483646 h 176"/>
                <a:gd name="T62" fmla="*/ 2147483646 w 176"/>
                <a:gd name="T63" fmla="*/ 2147483646 h 176"/>
                <a:gd name="T64" fmla="*/ 2147483646 w 176"/>
                <a:gd name="T65" fmla="*/ 2147483646 h 176"/>
                <a:gd name="T66" fmla="*/ 2147483646 w 176"/>
                <a:gd name="T67" fmla="*/ 1013727133 h 176"/>
                <a:gd name="T68" fmla="*/ 2147483646 w 176"/>
                <a:gd name="T69" fmla="*/ 506866381 h 176"/>
                <a:gd name="T70" fmla="*/ 2147483646 w 176"/>
                <a:gd name="T71" fmla="*/ 2147483646 h 176"/>
                <a:gd name="T72" fmla="*/ 506866381 w 176"/>
                <a:gd name="T73" fmla="*/ 1013727133 h 176"/>
                <a:gd name="T74" fmla="*/ 2147483646 w 176"/>
                <a:gd name="T75" fmla="*/ 2147483646 h 176"/>
                <a:gd name="T76" fmla="*/ 253430376 w 176"/>
                <a:gd name="T77" fmla="*/ 760296757 h 176"/>
                <a:gd name="T78" fmla="*/ 2147483646 w 176"/>
                <a:gd name="T79" fmla="*/ 506866381 h 17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Lst>
              <a:ahLst/>
              <a:cxnLst>
                <a:cxn ang="T80">
                  <a:pos x="T0" y="T1"/>
                </a:cxn>
                <a:cxn ang="T81">
                  <a:pos x="T2" y="T3"/>
                </a:cxn>
                <a:cxn ang="T82">
                  <a:pos x="T4" y="T5"/>
                </a:cxn>
                <a:cxn ang="T83">
                  <a:pos x="T6" y="T7"/>
                </a:cxn>
                <a:cxn ang="T84">
                  <a:pos x="T8" y="T9"/>
                </a:cxn>
                <a:cxn ang="T85">
                  <a:pos x="T10" y="T11"/>
                </a:cxn>
                <a:cxn ang="T86">
                  <a:pos x="T12" y="T13"/>
                </a:cxn>
                <a:cxn ang="T87">
                  <a:pos x="T14" y="T15"/>
                </a:cxn>
                <a:cxn ang="T88">
                  <a:pos x="T16" y="T17"/>
                </a:cxn>
                <a:cxn ang="T89">
                  <a:pos x="T18" y="T19"/>
                </a:cxn>
                <a:cxn ang="T90">
                  <a:pos x="T20" y="T21"/>
                </a:cxn>
                <a:cxn ang="T91">
                  <a:pos x="T22" y="T23"/>
                </a:cxn>
                <a:cxn ang="T92">
                  <a:pos x="T24" y="T25"/>
                </a:cxn>
                <a:cxn ang="T93">
                  <a:pos x="T26" y="T27"/>
                </a:cxn>
                <a:cxn ang="T94">
                  <a:pos x="T28" y="T29"/>
                </a:cxn>
                <a:cxn ang="T95">
                  <a:pos x="T30" y="T31"/>
                </a:cxn>
                <a:cxn ang="T96">
                  <a:pos x="T32" y="T33"/>
                </a:cxn>
                <a:cxn ang="T97">
                  <a:pos x="T34" y="T35"/>
                </a:cxn>
                <a:cxn ang="T98">
                  <a:pos x="T36" y="T37"/>
                </a:cxn>
                <a:cxn ang="T99">
                  <a:pos x="T38" y="T39"/>
                </a:cxn>
                <a:cxn ang="T100">
                  <a:pos x="T40" y="T41"/>
                </a:cxn>
                <a:cxn ang="T101">
                  <a:pos x="T42" y="T43"/>
                </a:cxn>
                <a:cxn ang="T102">
                  <a:pos x="T44" y="T45"/>
                </a:cxn>
                <a:cxn ang="T103">
                  <a:pos x="T46" y="T47"/>
                </a:cxn>
                <a:cxn ang="T104">
                  <a:pos x="T48" y="T49"/>
                </a:cxn>
                <a:cxn ang="T105">
                  <a:pos x="T50" y="T51"/>
                </a:cxn>
                <a:cxn ang="T106">
                  <a:pos x="T52" y="T53"/>
                </a:cxn>
                <a:cxn ang="T107">
                  <a:pos x="T54" y="T55"/>
                </a:cxn>
                <a:cxn ang="T108">
                  <a:pos x="T56" y="T57"/>
                </a:cxn>
                <a:cxn ang="T109">
                  <a:pos x="T58" y="T59"/>
                </a:cxn>
                <a:cxn ang="T110">
                  <a:pos x="T60" y="T61"/>
                </a:cxn>
                <a:cxn ang="T111">
                  <a:pos x="T62" y="T63"/>
                </a:cxn>
                <a:cxn ang="T112">
                  <a:pos x="T64" y="T65"/>
                </a:cxn>
                <a:cxn ang="T113">
                  <a:pos x="T66" y="T67"/>
                </a:cxn>
                <a:cxn ang="T114">
                  <a:pos x="T68" y="T69"/>
                </a:cxn>
                <a:cxn ang="T115">
                  <a:pos x="T70" y="T71"/>
                </a:cxn>
                <a:cxn ang="T116">
                  <a:pos x="T72" y="T73"/>
                </a:cxn>
                <a:cxn ang="T117">
                  <a:pos x="T74" y="T75"/>
                </a:cxn>
                <a:cxn ang="T118">
                  <a:pos x="T76" y="T77"/>
                </a:cxn>
                <a:cxn ang="T119">
                  <a:pos x="T78" y="T79"/>
                </a:cxn>
              </a:cxnLst>
              <a:rect l="0" t="0" r="r" b="b"/>
              <a:pathLst>
                <a:path w="176" h="176">
                  <a:moveTo>
                    <a:pt x="100" y="72"/>
                  </a:moveTo>
                  <a:cubicBezTo>
                    <a:pt x="140" y="72"/>
                    <a:pt x="140" y="72"/>
                    <a:pt x="140" y="72"/>
                  </a:cubicBezTo>
                  <a:cubicBezTo>
                    <a:pt x="142" y="72"/>
                    <a:pt x="144" y="70"/>
                    <a:pt x="144" y="68"/>
                  </a:cubicBezTo>
                  <a:cubicBezTo>
                    <a:pt x="144" y="66"/>
                    <a:pt x="142" y="64"/>
                    <a:pt x="140" y="64"/>
                  </a:cubicBezTo>
                  <a:cubicBezTo>
                    <a:pt x="100" y="64"/>
                    <a:pt x="100" y="64"/>
                    <a:pt x="100" y="64"/>
                  </a:cubicBezTo>
                  <a:cubicBezTo>
                    <a:pt x="98" y="64"/>
                    <a:pt x="96" y="66"/>
                    <a:pt x="96" y="68"/>
                  </a:cubicBezTo>
                  <a:cubicBezTo>
                    <a:pt x="96" y="70"/>
                    <a:pt x="98" y="72"/>
                    <a:pt x="100" y="72"/>
                  </a:cubicBezTo>
                  <a:moveTo>
                    <a:pt x="100" y="56"/>
                  </a:moveTo>
                  <a:cubicBezTo>
                    <a:pt x="124" y="56"/>
                    <a:pt x="124" y="56"/>
                    <a:pt x="124" y="56"/>
                  </a:cubicBezTo>
                  <a:cubicBezTo>
                    <a:pt x="126" y="56"/>
                    <a:pt x="128" y="54"/>
                    <a:pt x="128" y="52"/>
                  </a:cubicBezTo>
                  <a:cubicBezTo>
                    <a:pt x="128" y="50"/>
                    <a:pt x="126" y="48"/>
                    <a:pt x="124" y="48"/>
                  </a:cubicBezTo>
                  <a:cubicBezTo>
                    <a:pt x="100" y="48"/>
                    <a:pt x="100" y="48"/>
                    <a:pt x="100" y="48"/>
                  </a:cubicBezTo>
                  <a:cubicBezTo>
                    <a:pt x="98" y="48"/>
                    <a:pt x="96" y="50"/>
                    <a:pt x="96" y="52"/>
                  </a:cubicBezTo>
                  <a:cubicBezTo>
                    <a:pt x="96" y="54"/>
                    <a:pt x="98" y="56"/>
                    <a:pt x="100" y="56"/>
                  </a:cubicBezTo>
                  <a:moveTo>
                    <a:pt x="100" y="88"/>
                  </a:moveTo>
                  <a:cubicBezTo>
                    <a:pt x="116" y="88"/>
                    <a:pt x="116" y="88"/>
                    <a:pt x="116" y="88"/>
                  </a:cubicBezTo>
                  <a:cubicBezTo>
                    <a:pt x="118" y="88"/>
                    <a:pt x="120" y="86"/>
                    <a:pt x="120" y="84"/>
                  </a:cubicBezTo>
                  <a:cubicBezTo>
                    <a:pt x="120" y="82"/>
                    <a:pt x="118" y="80"/>
                    <a:pt x="116" y="80"/>
                  </a:cubicBezTo>
                  <a:cubicBezTo>
                    <a:pt x="100" y="80"/>
                    <a:pt x="100" y="80"/>
                    <a:pt x="100" y="80"/>
                  </a:cubicBezTo>
                  <a:cubicBezTo>
                    <a:pt x="98" y="80"/>
                    <a:pt x="96" y="82"/>
                    <a:pt x="96" y="84"/>
                  </a:cubicBezTo>
                  <a:cubicBezTo>
                    <a:pt x="96" y="86"/>
                    <a:pt x="98" y="88"/>
                    <a:pt x="100" y="88"/>
                  </a:cubicBezTo>
                  <a:moveTo>
                    <a:pt x="40" y="104"/>
                  </a:moveTo>
                  <a:cubicBezTo>
                    <a:pt x="72" y="104"/>
                    <a:pt x="72" y="104"/>
                    <a:pt x="72" y="104"/>
                  </a:cubicBezTo>
                  <a:cubicBezTo>
                    <a:pt x="76" y="104"/>
                    <a:pt x="80" y="100"/>
                    <a:pt x="80" y="96"/>
                  </a:cubicBezTo>
                  <a:cubicBezTo>
                    <a:pt x="80" y="56"/>
                    <a:pt x="80" y="56"/>
                    <a:pt x="80" y="56"/>
                  </a:cubicBezTo>
                  <a:cubicBezTo>
                    <a:pt x="80" y="52"/>
                    <a:pt x="76" y="48"/>
                    <a:pt x="72" y="48"/>
                  </a:cubicBezTo>
                  <a:cubicBezTo>
                    <a:pt x="40" y="48"/>
                    <a:pt x="40" y="48"/>
                    <a:pt x="40" y="48"/>
                  </a:cubicBezTo>
                  <a:cubicBezTo>
                    <a:pt x="36" y="48"/>
                    <a:pt x="32" y="52"/>
                    <a:pt x="32" y="56"/>
                  </a:cubicBezTo>
                  <a:cubicBezTo>
                    <a:pt x="32" y="96"/>
                    <a:pt x="32" y="96"/>
                    <a:pt x="32" y="96"/>
                  </a:cubicBezTo>
                  <a:cubicBezTo>
                    <a:pt x="32" y="100"/>
                    <a:pt x="36" y="104"/>
                    <a:pt x="40" y="104"/>
                  </a:cubicBezTo>
                  <a:moveTo>
                    <a:pt x="40" y="56"/>
                  </a:moveTo>
                  <a:cubicBezTo>
                    <a:pt x="72" y="56"/>
                    <a:pt x="72" y="56"/>
                    <a:pt x="72" y="56"/>
                  </a:cubicBezTo>
                  <a:cubicBezTo>
                    <a:pt x="72" y="96"/>
                    <a:pt x="72" y="96"/>
                    <a:pt x="72" y="96"/>
                  </a:cubicBezTo>
                  <a:cubicBezTo>
                    <a:pt x="40" y="96"/>
                    <a:pt x="40" y="96"/>
                    <a:pt x="40" y="96"/>
                  </a:cubicBezTo>
                  <a:lnTo>
                    <a:pt x="40" y="56"/>
                  </a:lnTo>
                  <a:close/>
                  <a:moveTo>
                    <a:pt x="100" y="104"/>
                  </a:moveTo>
                  <a:cubicBezTo>
                    <a:pt x="140" y="104"/>
                    <a:pt x="140" y="104"/>
                    <a:pt x="140" y="104"/>
                  </a:cubicBezTo>
                  <a:cubicBezTo>
                    <a:pt x="142" y="104"/>
                    <a:pt x="144" y="102"/>
                    <a:pt x="144" y="100"/>
                  </a:cubicBezTo>
                  <a:cubicBezTo>
                    <a:pt x="144" y="98"/>
                    <a:pt x="142" y="96"/>
                    <a:pt x="140" y="96"/>
                  </a:cubicBezTo>
                  <a:cubicBezTo>
                    <a:pt x="100" y="96"/>
                    <a:pt x="100" y="96"/>
                    <a:pt x="100" y="96"/>
                  </a:cubicBezTo>
                  <a:cubicBezTo>
                    <a:pt x="98" y="96"/>
                    <a:pt x="96" y="98"/>
                    <a:pt x="96" y="100"/>
                  </a:cubicBezTo>
                  <a:cubicBezTo>
                    <a:pt x="96" y="102"/>
                    <a:pt x="98" y="104"/>
                    <a:pt x="100" y="104"/>
                  </a:cubicBezTo>
                  <a:moveTo>
                    <a:pt x="168" y="8"/>
                  </a:moveTo>
                  <a:cubicBezTo>
                    <a:pt x="96" y="8"/>
                    <a:pt x="96" y="8"/>
                    <a:pt x="96" y="8"/>
                  </a:cubicBezTo>
                  <a:cubicBezTo>
                    <a:pt x="96" y="4"/>
                    <a:pt x="92" y="0"/>
                    <a:pt x="88" y="0"/>
                  </a:cubicBezTo>
                  <a:cubicBezTo>
                    <a:pt x="84" y="0"/>
                    <a:pt x="80" y="4"/>
                    <a:pt x="80" y="8"/>
                  </a:cubicBezTo>
                  <a:cubicBezTo>
                    <a:pt x="8" y="8"/>
                    <a:pt x="8" y="8"/>
                    <a:pt x="8" y="8"/>
                  </a:cubicBezTo>
                  <a:cubicBezTo>
                    <a:pt x="4" y="8"/>
                    <a:pt x="0" y="12"/>
                    <a:pt x="0" y="16"/>
                  </a:cubicBezTo>
                  <a:cubicBezTo>
                    <a:pt x="0" y="24"/>
                    <a:pt x="0" y="24"/>
                    <a:pt x="0" y="24"/>
                  </a:cubicBezTo>
                  <a:cubicBezTo>
                    <a:pt x="0" y="28"/>
                    <a:pt x="4" y="32"/>
                    <a:pt x="8" y="32"/>
                  </a:cubicBezTo>
                  <a:cubicBezTo>
                    <a:pt x="8" y="128"/>
                    <a:pt x="8" y="128"/>
                    <a:pt x="8" y="128"/>
                  </a:cubicBezTo>
                  <a:cubicBezTo>
                    <a:pt x="8" y="132"/>
                    <a:pt x="12" y="136"/>
                    <a:pt x="16" y="136"/>
                  </a:cubicBezTo>
                  <a:cubicBezTo>
                    <a:pt x="84" y="136"/>
                    <a:pt x="84" y="136"/>
                    <a:pt x="84" y="136"/>
                  </a:cubicBezTo>
                  <a:cubicBezTo>
                    <a:pt x="84" y="146"/>
                    <a:pt x="84" y="146"/>
                    <a:pt x="84" y="146"/>
                  </a:cubicBezTo>
                  <a:cubicBezTo>
                    <a:pt x="61" y="169"/>
                    <a:pt x="61" y="169"/>
                    <a:pt x="61" y="169"/>
                  </a:cubicBezTo>
                  <a:cubicBezTo>
                    <a:pt x="60" y="170"/>
                    <a:pt x="60" y="171"/>
                    <a:pt x="60" y="172"/>
                  </a:cubicBezTo>
                  <a:cubicBezTo>
                    <a:pt x="60" y="174"/>
                    <a:pt x="62" y="176"/>
                    <a:pt x="64" y="176"/>
                  </a:cubicBezTo>
                  <a:cubicBezTo>
                    <a:pt x="65" y="176"/>
                    <a:pt x="66" y="176"/>
                    <a:pt x="67" y="175"/>
                  </a:cubicBezTo>
                  <a:cubicBezTo>
                    <a:pt x="88" y="154"/>
                    <a:pt x="88" y="154"/>
                    <a:pt x="88" y="154"/>
                  </a:cubicBezTo>
                  <a:cubicBezTo>
                    <a:pt x="109" y="175"/>
                    <a:pt x="109" y="175"/>
                    <a:pt x="109" y="175"/>
                  </a:cubicBezTo>
                  <a:cubicBezTo>
                    <a:pt x="110" y="176"/>
                    <a:pt x="111" y="176"/>
                    <a:pt x="112" y="176"/>
                  </a:cubicBezTo>
                  <a:cubicBezTo>
                    <a:pt x="114" y="176"/>
                    <a:pt x="116" y="174"/>
                    <a:pt x="116" y="172"/>
                  </a:cubicBezTo>
                  <a:cubicBezTo>
                    <a:pt x="116" y="171"/>
                    <a:pt x="116" y="170"/>
                    <a:pt x="115" y="169"/>
                  </a:cubicBezTo>
                  <a:cubicBezTo>
                    <a:pt x="92" y="146"/>
                    <a:pt x="92" y="146"/>
                    <a:pt x="92" y="146"/>
                  </a:cubicBezTo>
                  <a:cubicBezTo>
                    <a:pt x="92" y="136"/>
                    <a:pt x="92" y="136"/>
                    <a:pt x="92" y="136"/>
                  </a:cubicBezTo>
                  <a:cubicBezTo>
                    <a:pt x="160" y="136"/>
                    <a:pt x="160" y="136"/>
                    <a:pt x="160" y="136"/>
                  </a:cubicBezTo>
                  <a:cubicBezTo>
                    <a:pt x="164" y="136"/>
                    <a:pt x="168" y="132"/>
                    <a:pt x="168" y="128"/>
                  </a:cubicBezTo>
                  <a:cubicBezTo>
                    <a:pt x="168" y="32"/>
                    <a:pt x="168" y="32"/>
                    <a:pt x="168" y="32"/>
                  </a:cubicBezTo>
                  <a:cubicBezTo>
                    <a:pt x="172" y="32"/>
                    <a:pt x="176" y="28"/>
                    <a:pt x="176" y="24"/>
                  </a:cubicBezTo>
                  <a:cubicBezTo>
                    <a:pt x="176" y="16"/>
                    <a:pt x="176" y="16"/>
                    <a:pt x="176" y="16"/>
                  </a:cubicBezTo>
                  <a:cubicBezTo>
                    <a:pt x="176" y="12"/>
                    <a:pt x="172" y="8"/>
                    <a:pt x="168" y="8"/>
                  </a:cubicBezTo>
                  <a:moveTo>
                    <a:pt x="160" y="128"/>
                  </a:moveTo>
                  <a:cubicBezTo>
                    <a:pt x="16" y="128"/>
                    <a:pt x="16" y="128"/>
                    <a:pt x="16" y="128"/>
                  </a:cubicBezTo>
                  <a:cubicBezTo>
                    <a:pt x="16" y="32"/>
                    <a:pt x="16" y="32"/>
                    <a:pt x="16" y="32"/>
                  </a:cubicBezTo>
                  <a:cubicBezTo>
                    <a:pt x="160" y="32"/>
                    <a:pt x="160" y="32"/>
                    <a:pt x="160" y="32"/>
                  </a:cubicBezTo>
                  <a:lnTo>
                    <a:pt x="160" y="128"/>
                  </a:lnTo>
                  <a:close/>
                  <a:moveTo>
                    <a:pt x="168" y="24"/>
                  </a:moveTo>
                  <a:cubicBezTo>
                    <a:pt x="8" y="24"/>
                    <a:pt x="8" y="24"/>
                    <a:pt x="8" y="24"/>
                  </a:cubicBezTo>
                  <a:cubicBezTo>
                    <a:pt x="8" y="16"/>
                    <a:pt x="8" y="16"/>
                    <a:pt x="8" y="16"/>
                  </a:cubicBezTo>
                  <a:cubicBezTo>
                    <a:pt x="168" y="16"/>
                    <a:pt x="168" y="16"/>
                    <a:pt x="168" y="16"/>
                  </a:cubicBezTo>
                  <a:lnTo>
                    <a:pt x="168" y="24"/>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s-ES"/>
            </a:p>
          </p:txBody>
        </p:sp>
      </p:grpSp>
      <p:sp>
        <p:nvSpPr>
          <p:cNvPr id="47" name="Oval 12">
            <a:extLst>
              <a:ext uri="{FF2B5EF4-FFF2-40B4-BE49-F238E27FC236}">
                <a16:creationId xmlns:a16="http://schemas.microsoft.com/office/drawing/2014/main" id="{E09458CD-86D3-A135-999C-B9892CD64DD3}"/>
              </a:ext>
            </a:extLst>
          </p:cNvPr>
          <p:cNvSpPr/>
          <p:nvPr/>
        </p:nvSpPr>
        <p:spPr>
          <a:xfrm rot="10800000">
            <a:off x="6148388" y="4964113"/>
            <a:ext cx="360362" cy="358775"/>
          </a:xfrm>
          <a:prstGeom prst="ellipse">
            <a:avLst/>
          </a:prstGeom>
          <a:solidFill>
            <a:schemeClr val="accent5"/>
          </a:solidFill>
          <a:ln w="63500">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defTabSz="1371408" eaLnBrk="1" fontAlgn="auto" hangingPunct="1">
              <a:spcBef>
                <a:spcPts val="0"/>
              </a:spcBef>
              <a:spcAft>
                <a:spcPts val="0"/>
              </a:spcAft>
              <a:defRPr/>
            </a:pPr>
            <a:endParaRPr lang="uk-UA">
              <a:solidFill>
                <a:schemeClr val="tx1"/>
              </a:solidFill>
            </a:endParaRPr>
          </a:p>
        </p:txBody>
      </p:sp>
      <p:sp>
        <p:nvSpPr>
          <p:cNvPr id="48" name="TextBox 21">
            <a:extLst>
              <a:ext uri="{FF2B5EF4-FFF2-40B4-BE49-F238E27FC236}">
                <a16:creationId xmlns:a16="http://schemas.microsoft.com/office/drawing/2014/main" id="{D76AB95A-7FCC-5893-6EFA-699FAFB33DC5}"/>
              </a:ext>
            </a:extLst>
          </p:cNvPr>
          <p:cNvSpPr txBox="1"/>
          <p:nvPr/>
        </p:nvSpPr>
        <p:spPr>
          <a:xfrm>
            <a:off x="4467225" y="5580063"/>
            <a:ext cx="3829050" cy="646112"/>
          </a:xfrm>
          <a:prstGeom prst="rect">
            <a:avLst/>
          </a:prstGeom>
          <a:noFill/>
        </p:spPr>
        <p:txBody>
          <a:bodyPr>
            <a:spAutoFit/>
          </a:bodyPr>
          <a:lstStyle/>
          <a:p>
            <a:pPr algn="ctr" defTabSz="1371408" eaLnBrk="1" fontAlgn="auto" hangingPunct="1">
              <a:spcBef>
                <a:spcPts val="0"/>
              </a:spcBef>
              <a:spcAft>
                <a:spcPts val="0"/>
              </a:spcAft>
              <a:defRPr/>
            </a:pPr>
            <a:r>
              <a:rPr lang="es-ES_tradnl" sz="2400" err="1">
                <a:solidFill>
                  <a:srgbClr val="219BC3"/>
                </a:solidFill>
                <a:latin typeface="+mj-lt"/>
              </a:rPr>
              <a:t>IEEE-CIS</a:t>
            </a:r>
          </a:p>
        </p:txBody>
      </p:sp>
      <p:sp>
        <p:nvSpPr>
          <p:cNvPr id="49" name="TextBox 22">
            <a:extLst>
              <a:ext uri="{FF2B5EF4-FFF2-40B4-BE49-F238E27FC236}">
                <a16:creationId xmlns:a16="http://schemas.microsoft.com/office/drawing/2014/main" id="{2D476CE3-159C-4F37-3D97-07BE0ABFB23E}"/>
              </a:ext>
            </a:extLst>
          </p:cNvPr>
          <p:cNvSpPr txBox="1"/>
          <p:nvPr/>
        </p:nvSpPr>
        <p:spPr>
          <a:xfrm>
            <a:off x="5300980" y="4002088"/>
            <a:ext cx="2011680" cy="584200"/>
          </a:xfrm>
          <a:prstGeom prst="rect">
            <a:avLst/>
          </a:prstGeom>
          <a:noFill/>
        </p:spPr>
        <p:txBody>
          <a:bodyPr>
            <a:spAutoFit/>
          </a:bodyPr>
          <a:lstStyle/>
          <a:p>
            <a:pPr algn="ctr" defTabSz="1371408" eaLnBrk="1" fontAlgn="auto" hangingPunct="1">
              <a:spcBef>
                <a:spcPts val="0"/>
              </a:spcBef>
              <a:spcAft>
                <a:spcPts val="0"/>
              </a:spcAft>
              <a:defRPr/>
            </a:pPr>
            <a:r>
              <a:rPr lang="es-ES_tradnl" sz="3200">
                <a:solidFill>
                  <a:schemeClr val="accent2"/>
                </a:solidFill>
                <a:latin typeface="+mj-lt"/>
              </a:rPr>
              <a:t>Línea 2</a:t>
            </a:r>
          </a:p>
        </p:txBody>
      </p:sp>
      <p:sp>
        <p:nvSpPr>
          <p:cNvPr id="18445" name="TextBox 23">
            <a:extLst>
              <a:ext uri="{FF2B5EF4-FFF2-40B4-BE49-F238E27FC236}">
                <a16:creationId xmlns:a16="http://schemas.microsoft.com/office/drawing/2014/main" id="{FD2D5A23-2A43-542B-A74E-9FC5AF55EE1A}"/>
              </a:ext>
            </a:extLst>
          </p:cNvPr>
          <p:cNvSpPr txBox="1">
            <a:spLocks noChangeArrowheads="1"/>
          </p:cNvSpPr>
          <p:nvPr/>
        </p:nvSpPr>
        <p:spPr bwMode="auto">
          <a:xfrm>
            <a:off x="4975860" y="6319838"/>
            <a:ext cx="2788920" cy="16303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sz="2700">
                <a:solidFill>
                  <a:schemeClr val="tx1"/>
                </a:solidFill>
                <a:latin typeface="Franklin Gothic Book" panose="020B0503020102020204" pitchFamily="34" charset="0"/>
              </a:defRPr>
            </a:lvl1pPr>
            <a:lvl2pPr marL="742950" indent="-285750">
              <a:defRPr sz="2700">
                <a:solidFill>
                  <a:schemeClr val="tx1"/>
                </a:solidFill>
                <a:latin typeface="Franklin Gothic Book" panose="020B0503020102020204" pitchFamily="34" charset="0"/>
              </a:defRPr>
            </a:lvl2pPr>
            <a:lvl3pPr marL="1143000" indent="-228600">
              <a:defRPr sz="2700">
                <a:solidFill>
                  <a:schemeClr val="tx1"/>
                </a:solidFill>
                <a:latin typeface="Franklin Gothic Book" panose="020B0503020102020204" pitchFamily="34" charset="0"/>
              </a:defRPr>
            </a:lvl3pPr>
            <a:lvl4pPr marL="1600200" indent="-228600">
              <a:defRPr sz="2700">
                <a:solidFill>
                  <a:schemeClr val="tx1"/>
                </a:solidFill>
                <a:latin typeface="Franklin Gothic Book" panose="020B0503020102020204" pitchFamily="34" charset="0"/>
              </a:defRPr>
            </a:lvl4pPr>
            <a:lvl5pPr marL="2057400" indent="-228600">
              <a:defRPr sz="2700">
                <a:solidFill>
                  <a:schemeClr val="tx1"/>
                </a:solidFill>
                <a:latin typeface="Franklin Gothic Book" panose="020B0503020102020204" pitchFamily="34" charset="0"/>
              </a:defRPr>
            </a:lvl5pPr>
            <a:lvl6pPr marL="2514600" indent="-228600" defTabSz="1370013" eaLnBrk="0" fontAlgn="base" hangingPunct="0">
              <a:spcBef>
                <a:spcPct val="0"/>
              </a:spcBef>
              <a:spcAft>
                <a:spcPct val="0"/>
              </a:spcAft>
              <a:defRPr sz="2700">
                <a:solidFill>
                  <a:schemeClr val="tx1"/>
                </a:solidFill>
                <a:latin typeface="Franklin Gothic Book" panose="020B0503020102020204" pitchFamily="34" charset="0"/>
              </a:defRPr>
            </a:lvl6pPr>
            <a:lvl7pPr marL="2971800" indent="-228600" defTabSz="1370013" eaLnBrk="0" fontAlgn="base" hangingPunct="0">
              <a:spcBef>
                <a:spcPct val="0"/>
              </a:spcBef>
              <a:spcAft>
                <a:spcPct val="0"/>
              </a:spcAft>
              <a:defRPr sz="2700">
                <a:solidFill>
                  <a:schemeClr val="tx1"/>
                </a:solidFill>
                <a:latin typeface="Franklin Gothic Book" panose="020B0503020102020204" pitchFamily="34" charset="0"/>
              </a:defRPr>
            </a:lvl7pPr>
            <a:lvl8pPr marL="3429000" indent="-228600" defTabSz="1370013" eaLnBrk="0" fontAlgn="base" hangingPunct="0">
              <a:spcBef>
                <a:spcPct val="0"/>
              </a:spcBef>
              <a:spcAft>
                <a:spcPct val="0"/>
              </a:spcAft>
              <a:defRPr sz="2700">
                <a:solidFill>
                  <a:schemeClr val="tx1"/>
                </a:solidFill>
                <a:latin typeface="Franklin Gothic Book" panose="020B0503020102020204" pitchFamily="34" charset="0"/>
              </a:defRPr>
            </a:lvl8pPr>
            <a:lvl9pPr marL="3886200" indent="-228600" defTabSz="1370013" eaLnBrk="0" fontAlgn="base" hangingPunct="0">
              <a:spcBef>
                <a:spcPct val="0"/>
              </a:spcBef>
              <a:spcAft>
                <a:spcPct val="0"/>
              </a:spcAft>
              <a:defRPr sz="2700">
                <a:solidFill>
                  <a:schemeClr val="tx1"/>
                </a:solidFill>
                <a:latin typeface="Franklin Gothic Book" panose="020B0503020102020204" pitchFamily="34" charset="0"/>
              </a:defRPr>
            </a:lvl9pPr>
          </a:lstStyle>
          <a:p>
            <a:pPr algn="ctr" eaLnBrk="1" hangingPunct="1"/>
            <a:r>
              <a:rPr lang="es-ES_tradnl" altLang="es-ES" sz="1700">
                <a:solidFill>
                  <a:schemeClr val="tx2"/>
                </a:solidFill>
              </a:rPr>
              <a:t>Imputación, codificación y selección de variables específicas</a:t>
            </a:r>
          </a:p>
        </p:txBody>
      </p:sp>
      <p:sp>
        <p:nvSpPr>
          <p:cNvPr id="51" name="Oval 12">
            <a:extLst>
              <a:ext uri="{FF2B5EF4-FFF2-40B4-BE49-F238E27FC236}">
                <a16:creationId xmlns:a16="http://schemas.microsoft.com/office/drawing/2014/main" id="{13B4EB0F-E62F-B798-1B70-988BE8D222BF}"/>
              </a:ext>
            </a:extLst>
          </p:cNvPr>
          <p:cNvSpPr/>
          <p:nvPr/>
        </p:nvSpPr>
        <p:spPr>
          <a:xfrm rot="10800000">
            <a:off x="8953500" y="4964113"/>
            <a:ext cx="360363" cy="358775"/>
          </a:xfrm>
          <a:prstGeom prst="ellipse">
            <a:avLst/>
          </a:prstGeom>
          <a:solidFill>
            <a:schemeClr val="accent5"/>
          </a:solidFill>
          <a:ln w="63500">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defTabSz="1371408" eaLnBrk="1" fontAlgn="auto" hangingPunct="1">
              <a:spcBef>
                <a:spcPts val="0"/>
              </a:spcBef>
              <a:spcAft>
                <a:spcPts val="0"/>
              </a:spcAft>
              <a:defRPr/>
            </a:pPr>
            <a:endParaRPr lang="uk-UA">
              <a:solidFill>
                <a:schemeClr val="tx1"/>
              </a:solidFill>
            </a:endParaRPr>
          </a:p>
        </p:txBody>
      </p:sp>
      <p:sp>
        <p:nvSpPr>
          <p:cNvPr id="52" name="TextBox 21">
            <a:extLst>
              <a:ext uri="{FF2B5EF4-FFF2-40B4-BE49-F238E27FC236}">
                <a16:creationId xmlns:a16="http://schemas.microsoft.com/office/drawing/2014/main" id="{127ECD8D-0EA1-106A-DA36-EC61F14C1755}"/>
              </a:ext>
            </a:extLst>
          </p:cNvPr>
          <p:cNvSpPr txBox="1"/>
          <p:nvPr/>
        </p:nvSpPr>
        <p:spPr>
          <a:xfrm>
            <a:off x="7272338" y="5580063"/>
            <a:ext cx="3829050" cy="646112"/>
          </a:xfrm>
          <a:prstGeom prst="rect">
            <a:avLst/>
          </a:prstGeom>
          <a:noFill/>
        </p:spPr>
        <p:txBody>
          <a:bodyPr>
            <a:spAutoFit/>
          </a:bodyPr>
          <a:lstStyle/>
          <a:p>
            <a:pPr algn="ctr" defTabSz="1371408" eaLnBrk="1" fontAlgn="auto" hangingPunct="1">
              <a:spcBef>
                <a:spcPts val="0"/>
              </a:spcBef>
              <a:spcAft>
                <a:spcPts val="0"/>
              </a:spcAft>
              <a:defRPr/>
            </a:pPr>
            <a:r>
              <a:rPr lang="es-ES_tradnl" sz="2400" err="1">
                <a:solidFill>
                  <a:srgbClr val="219BC3"/>
                </a:solidFill>
                <a:latin typeface="+mj-lt"/>
              </a:rPr>
              <a:t>SHAP en FN</a:t>
            </a:r>
          </a:p>
        </p:txBody>
      </p:sp>
      <p:sp>
        <p:nvSpPr>
          <p:cNvPr id="53" name="TextBox 22">
            <a:extLst>
              <a:ext uri="{FF2B5EF4-FFF2-40B4-BE49-F238E27FC236}">
                <a16:creationId xmlns:a16="http://schemas.microsoft.com/office/drawing/2014/main" id="{9AAB39B7-6114-5645-3575-AC48C86AC398}"/>
              </a:ext>
            </a:extLst>
          </p:cNvPr>
          <p:cNvSpPr txBox="1"/>
          <p:nvPr/>
        </p:nvSpPr>
        <p:spPr>
          <a:xfrm>
            <a:off x="8106093" y="4002088"/>
            <a:ext cx="2011680" cy="584200"/>
          </a:xfrm>
          <a:prstGeom prst="rect">
            <a:avLst/>
          </a:prstGeom>
          <a:noFill/>
        </p:spPr>
        <p:txBody>
          <a:bodyPr>
            <a:spAutoFit/>
          </a:bodyPr>
          <a:lstStyle/>
          <a:p>
            <a:pPr algn="ctr" defTabSz="1371408" eaLnBrk="1" fontAlgn="auto" hangingPunct="1">
              <a:spcBef>
                <a:spcPts val="0"/>
              </a:spcBef>
              <a:spcAft>
                <a:spcPts val="0"/>
              </a:spcAft>
              <a:defRPr/>
            </a:pPr>
            <a:r>
              <a:rPr lang="es-ES_tradnl" sz="3200">
                <a:solidFill>
                  <a:schemeClr val="accent2"/>
                </a:solidFill>
                <a:latin typeface="+mj-lt"/>
              </a:rPr>
              <a:t>Línea 3</a:t>
            </a:r>
          </a:p>
        </p:txBody>
      </p:sp>
      <p:sp>
        <p:nvSpPr>
          <p:cNvPr id="18449" name="TextBox 23">
            <a:extLst>
              <a:ext uri="{FF2B5EF4-FFF2-40B4-BE49-F238E27FC236}">
                <a16:creationId xmlns:a16="http://schemas.microsoft.com/office/drawing/2014/main" id="{0C60BE6C-CFD1-1747-E2FD-E446646B0627}"/>
              </a:ext>
            </a:extLst>
          </p:cNvPr>
          <p:cNvSpPr txBox="1">
            <a:spLocks noChangeArrowheads="1"/>
          </p:cNvSpPr>
          <p:nvPr/>
        </p:nvSpPr>
        <p:spPr bwMode="auto">
          <a:xfrm>
            <a:off x="7780973" y="6319838"/>
            <a:ext cx="2788920" cy="16303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sz="2700">
                <a:solidFill>
                  <a:schemeClr val="tx1"/>
                </a:solidFill>
                <a:latin typeface="Franklin Gothic Book" panose="020B0503020102020204" pitchFamily="34" charset="0"/>
              </a:defRPr>
            </a:lvl1pPr>
            <a:lvl2pPr marL="742950" indent="-285750">
              <a:defRPr sz="2700">
                <a:solidFill>
                  <a:schemeClr val="tx1"/>
                </a:solidFill>
                <a:latin typeface="Franklin Gothic Book" panose="020B0503020102020204" pitchFamily="34" charset="0"/>
              </a:defRPr>
            </a:lvl2pPr>
            <a:lvl3pPr marL="1143000" indent="-228600">
              <a:defRPr sz="2700">
                <a:solidFill>
                  <a:schemeClr val="tx1"/>
                </a:solidFill>
                <a:latin typeface="Franklin Gothic Book" panose="020B0503020102020204" pitchFamily="34" charset="0"/>
              </a:defRPr>
            </a:lvl3pPr>
            <a:lvl4pPr marL="1600200" indent="-228600">
              <a:defRPr sz="2700">
                <a:solidFill>
                  <a:schemeClr val="tx1"/>
                </a:solidFill>
                <a:latin typeface="Franklin Gothic Book" panose="020B0503020102020204" pitchFamily="34" charset="0"/>
              </a:defRPr>
            </a:lvl4pPr>
            <a:lvl5pPr marL="2057400" indent="-228600">
              <a:defRPr sz="2700">
                <a:solidFill>
                  <a:schemeClr val="tx1"/>
                </a:solidFill>
                <a:latin typeface="Franklin Gothic Book" panose="020B0503020102020204" pitchFamily="34" charset="0"/>
              </a:defRPr>
            </a:lvl5pPr>
            <a:lvl6pPr marL="2514600" indent="-228600" defTabSz="1370013" eaLnBrk="0" fontAlgn="base" hangingPunct="0">
              <a:spcBef>
                <a:spcPct val="0"/>
              </a:spcBef>
              <a:spcAft>
                <a:spcPct val="0"/>
              </a:spcAft>
              <a:defRPr sz="2700">
                <a:solidFill>
                  <a:schemeClr val="tx1"/>
                </a:solidFill>
                <a:latin typeface="Franklin Gothic Book" panose="020B0503020102020204" pitchFamily="34" charset="0"/>
              </a:defRPr>
            </a:lvl6pPr>
            <a:lvl7pPr marL="2971800" indent="-228600" defTabSz="1370013" eaLnBrk="0" fontAlgn="base" hangingPunct="0">
              <a:spcBef>
                <a:spcPct val="0"/>
              </a:spcBef>
              <a:spcAft>
                <a:spcPct val="0"/>
              </a:spcAft>
              <a:defRPr sz="2700">
                <a:solidFill>
                  <a:schemeClr val="tx1"/>
                </a:solidFill>
                <a:latin typeface="Franklin Gothic Book" panose="020B0503020102020204" pitchFamily="34" charset="0"/>
              </a:defRPr>
            </a:lvl7pPr>
            <a:lvl8pPr marL="3429000" indent="-228600" defTabSz="1370013" eaLnBrk="0" fontAlgn="base" hangingPunct="0">
              <a:spcBef>
                <a:spcPct val="0"/>
              </a:spcBef>
              <a:spcAft>
                <a:spcPct val="0"/>
              </a:spcAft>
              <a:defRPr sz="2700">
                <a:solidFill>
                  <a:schemeClr val="tx1"/>
                </a:solidFill>
                <a:latin typeface="Franklin Gothic Book" panose="020B0503020102020204" pitchFamily="34" charset="0"/>
              </a:defRPr>
            </a:lvl8pPr>
            <a:lvl9pPr marL="3886200" indent="-228600" defTabSz="1370013" eaLnBrk="0" fontAlgn="base" hangingPunct="0">
              <a:spcBef>
                <a:spcPct val="0"/>
              </a:spcBef>
              <a:spcAft>
                <a:spcPct val="0"/>
              </a:spcAft>
              <a:defRPr sz="2700">
                <a:solidFill>
                  <a:schemeClr val="tx1"/>
                </a:solidFill>
                <a:latin typeface="Franklin Gothic Book" panose="020B0503020102020204" pitchFamily="34" charset="0"/>
              </a:defRPr>
            </a:lvl9pPr>
          </a:lstStyle>
          <a:p>
            <a:pPr algn="ctr" eaLnBrk="1" hangingPunct="1"/>
            <a:r>
              <a:rPr lang="es-ES_tradnl" altLang="es-ES" sz="1700">
                <a:solidFill>
                  <a:schemeClr val="tx2"/>
                </a:solidFill>
              </a:rPr>
              <a:t>Analizar los fraudes no detectados para crear reglas complementarias</a:t>
            </a:r>
          </a:p>
        </p:txBody>
      </p:sp>
      <p:sp>
        <p:nvSpPr>
          <p:cNvPr id="55" name="Oval 12">
            <a:extLst>
              <a:ext uri="{FF2B5EF4-FFF2-40B4-BE49-F238E27FC236}">
                <a16:creationId xmlns:a16="http://schemas.microsoft.com/office/drawing/2014/main" id="{6B880D74-FA87-3351-7134-91AF0EB9EDC1}"/>
              </a:ext>
            </a:extLst>
          </p:cNvPr>
          <p:cNvSpPr/>
          <p:nvPr/>
        </p:nvSpPr>
        <p:spPr>
          <a:xfrm rot="10800000">
            <a:off x="11882438" y="4964113"/>
            <a:ext cx="358775" cy="358775"/>
          </a:xfrm>
          <a:prstGeom prst="ellipse">
            <a:avLst/>
          </a:prstGeom>
          <a:solidFill>
            <a:schemeClr val="accent5"/>
          </a:solidFill>
          <a:ln w="63500">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defTabSz="1371408" eaLnBrk="1" fontAlgn="auto" hangingPunct="1">
              <a:spcBef>
                <a:spcPts val="0"/>
              </a:spcBef>
              <a:spcAft>
                <a:spcPts val="0"/>
              </a:spcAft>
              <a:defRPr/>
            </a:pPr>
            <a:endParaRPr lang="uk-UA">
              <a:solidFill>
                <a:schemeClr val="tx1"/>
              </a:solidFill>
            </a:endParaRPr>
          </a:p>
        </p:txBody>
      </p:sp>
      <p:sp>
        <p:nvSpPr>
          <p:cNvPr id="56" name="TextBox 21">
            <a:extLst>
              <a:ext uri="{FF2B5EF4-FFF2-40B4-BE49-F238E27FC236}">
                <a16:creationId xmlns:a16="http://schemas.microsoft.com/office/drawing/2014/main" id="{0C099793-693D-81CC-640B-DEF6DB466FAE}"/>
              </a:ext>
            </a:extLst>
          </p:cNvPr>
          <p:cNvSpPr txBox="1"/>
          <p:nvPr/>
        </p:nvSpPr>
        <p:spPr>
          <a:xfrm>
            <a:off x="10199688" y="5580063"/>
            <a:ext cx="3829050" cy="646112"/>
          </a:xfrm>
          <a:prstGeom prst="rect">
            <a:avLst/>
          </a:prstGeom>
          <a:noFill/>
        </p:spPr>
        <p:txBody>
          <a:bodyPr>
            <a:spAutoFit/>
          </a:bodyPr>
          <a:lstStyle/>
          <a:p>
            <a:pPr algn="ctr" defTabSz="1371408" eaLnBrk="1" fontAlgn="auto" hangingPunct="1">
              <a:spcBef>
                <a:spcPts val="0"/>
              </a:spcBef>
              <a:spcAft>
                <a:spcPts val="0"/>
              </a:spcAft>
              <a:defRPr/>
            </a:pPr>
            <a:r>
              <a:rPr lang="es-ES_tradnl" sz="2400" err="1">
                <a:solidFill>
                  <a:srgbClr val="219BC3"/>
                </a:solidFill>
                <a:latin typeface="+mj-lt"/>
              </a:rPr>
              <a:t>Variables tiempo</a:t>
            </a:r>
          </a:p>
        </p:txBody>
      </p:sp>
      <p:sp>
        <p:nvSpPr>
          <p:cNvPr id="57" name="TextBox 22">
            <a:extLst>
              <a:ext uri="{FF2B5EF4-FFF2-40B4-BE49-F238E27FC236}">
                <a16:creationId xmlns:a16="http://schemas.microsoft.com/office/drawing/2014/main" id="{5CF1DE34-A912-1807-EE73-6539EA97A326}"/>
              </a:ext>
            </a:extLst>
          </p:cNvPr>
          <p:cNvSpPr txBox="1"/>
          <p:nvPr/>
        </p:nvSpPr>
        <p:spPr>
          <a:xfrm>
            <a:off x="11033443" y="4002088"/>
            <a:ext cx="2011680" cy="584200"/>
          </a:xfrm>
          <a:prstGeom prst="rect">
            <a:avLst/>
          </a:prstGeom>
          <a:noFill/>
        </p:spPr>
        <p:txBody>
          <a:bodyPr>
            <a:spAutoFit/>
          </a:bodyPr>
          <a:lstStyle/>
          <a:p>
            <a:pPr algn="ctr" defTabSz="1371408" eaLnBrk="1" fontAlgn="auto" hangingPunct="1">
              <a:spcBef>
                <a:spcPts val="0"/>
              </a:spcBef>
              <a:spcAft>
                <a:spcPts val="0"/>
              </a:spcAft>
              <a:defRPr/>
            </a:pPr>
            <a:r>
              <a:rPr lang="es-ES_tradnl" sz="3200">
                <a:solidFill>
                  <a:schemeClr val="accent2"/>
                </a:solidFill>
                <a:latin typeface="+mj-lt"/>
              </a:rPr>
              <a:t>Línea 4</a:t>
            </a:r>
          </a:p>
        </p:txBody>
      </p:sp>
      <p:sp>
        <p:nvSpPr>
          <p:cNvPr id="18453" name="TextBox 23">
            <a:extLst>
              <a:ext uri="{FF2B5EF4-FFF2-40B4-BE49-F238E27FC236}">
                <a16:creationId xmlns:a16="http://schemas.microsoft.com/office/drawing/2014/main" id="{6E02662E-5C3A-8B3D-E23D-BE7778DFA19E}"/>
              </a:ext>
            </a:extLst>
          </p:cNvPr>
          <p:cNvSpPr txBox="1">
            <a:spLocks noChangeArrowheads="1"/>
          </p:cNvSpPr>
          <p:nvPr/>
        </p:nvSpPr>
        <p:spPr bwMode="auto">
          <a:xfrm>
            <a:off x="10708323" y="6319838"/>
            <a:ext cx="2788920" cy="16303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sz="2700">
                <a:solidFill>
                  <a:schemeClr val="tx1"/>
                </a:solidFill>
                <a:latin typeface="Franklin Gothic Book" panose="020B0503020102020204" pitchFamily="34" charset="0"/>
              </a:defRPr>
            </a:lvl1pPr>
            <a:lvl2pPr marL="742950" indent="-285750">
              <a:defRPr sz="2700">
                <a:solidFill>
                  <a:schemeClr val="tx1"/>
                </a:solidFill>
                <a:latin typeface="Franklin Gothic Book" panose="020B0503020102020204" pitchFamily="34" charset="0"/>
              </a:defRPr>
            </a:lvl2pPr>
            <a:lvl3pPr marL="1143000" indent="-228600">
              <a:defRPr sz="2700">
                <a:solidFill>
                  <a:schemeClr val="tx1"/>
                </a:solidFill>
                <a:latin typeface="Franklin Gothic Book" panose="020B0503020102020204" pitchFamily="34" charset="0"/>
              </a:defRPr>
            </a:lvl3pPr>
            <a:lvl4pPr marL="1600200" indent="-228600">
              <a:defRPr sz="2700">
                <a:solidFill>
                  <a:schemeClr val="tx1"/>
                </a:solidFill>
                <a:latin typeface="Franklin Gothic Book" panose="020B0503020102020204" pitchFamily="34" charset="0"/>
              </a:defRPr>
            </a:lvl4pPr>
            <a:lvl5pPr marL="2057400" indent="-228600">
              <a:defRPr sz="2700">
                <a:solidFill>
                  <a:schemeClr val="tx1"/>
                </a:solidFill>
                <a:latin typeface="Franklin Gothic Book" panose="020B0503020102020204" pitchFamily="34" charset="0"/>
              </a:defRPr>
            </a:lvl5pPr>
            <a:lvl6pPr marL="2514600" indent="-228600" defTabSz="1370013" eaLnBrk="0" fontAlgn="base" hangingPunct="0">
              <a:spcBef>
                <a:spcPct val="0"/>
              </a:spcBef>
              <a:spcAft>
                <a:spcPct val="0"/>
              </a:spcAft>
              <a:defRPr sz="2700">
                <a:solidFill>
                  <a:schemeClr val="tx1"/>
                </a:solidFill>
                <a:latin typeface="Franklin Gothic Book" panose="020B0503020102020204" pitchFamily="34" charset="0"/>
              </a:defRPr>
            </a:lvl6pPr>
            <a:lvl7pPr marL="2971800" indent="-228600" defTabSz="1370013" eaLnBrk="0" fontAlgn="base" hangingPunct="0">
              <a:spcBef>
                <a:spcPct val="0"/>
              </a:spcBef>
              <a:spcAft>
                <a:spcPct val="0"/>
              </a:spcAft>
              <a:defRPr sz="2700">
                <a:solidFill>
                  <a:schemeClr val="tx1"/>
                </a:solidFill>
                <a:latin typeface="Franklin Gothic Book" panose="020B0503020102020204" pitchFamily="34" charset="0"/>
              </a:defRPr>
            </a:lvl7pPr>
            <a:lvl8pPr marL="3429000" indent="-228600" defTabSz="1370013" eaLnBrk="0" fontAlgn="base" hangingPunct="0">
              <a:spcBef>
                <a:spcPct val="0"/>
              </a:spcBef>
              <a:spcAft>
                <a:spcPct val="0"/>
              </a:spcAft>
              <a:defRPr sz="2700">
                <a:solidFill>
                  <a:schemeClr val="tx1"/>
                </a:solidFill>
                <a:latin typeface="Franklin Gothic Book" panose="020B0503020102020204" pitchFamily="34" charset="0"/>
              </a:defRPr>
            </a:lvl8pPr>
            <a:lvl9pPr marL="3886200" indent="-228600" defTabSz="1370013" eaLnBrk="0" fontAlgn="base" hangingPunct="0">
              <a:spcBef>
                <a:spcPct val="0"/>
              </a:spcBef>
              <a:spcAft>
                <a:spcPct val="0"/>
              </a:spcAft>
              <a:defRPr sz="2700">
                <a:solidFill>
                  <a:schemeClr val="tx1"/>
                </a:solidFill>
                <a:latin typeface="Franklin Gothic Book" panose="020B0503020102020204" pitchFamily="34" charset="0"/>
              </a:defRPr>
            </a:lvl9pPr>
          </a:lstStyle>
          <a:p>
            <a:pPr algn="ctr" eaLnBrk="1" hangingPunct="1"/>
            <a:r>
              <a:rPr lang="es-ES_tradnl" altLang="es-ES" sz="1700">
                <a:solidFill>
                  <a:schemeClr val="tx2"/>
                </a:solidFill>
              </a:rPr>
              <a:t>Frecuencia, desvío del importe y hábitos del titular</a:t>
            </a:r>
          </a:p>
        </p:txBody>
      </p:sp>
      <p:sp>
        <p:nvSpPr>
          <p:cNvPr id="59" name="Oval 12">
            <a:extLst>
              <a:ext uri="{FF2B5EF4-FFF2-40B4-BE49-F238E27FC236}">
                <a16:creationId xmlns:a16="http://schemas.microsoft.com/office/drawing/2014/main" id="{7ED5B202-DBA8-2210-EE2A-0D63540AB6E6}"/>
              </a:ext>
            </a:extLst>
          </p:cNvPr>
          <p:cNvSpPr/>
          <p:nvPr/>
        </p:nvSpPr>
        <p:spPr>
          <a:xfrm rot="10800000">
            <a:off x="14562138" y="4964113"/>
            <a:ext cx="360362" cy="358775"/>
          </a:xfrm>
          <a:prstGeom prst="ellipse">
            <a:avLst/>
          </a:prstGeom>
          <a:solidFill>
            <a:schemeClr val="accent5"/>
          </a:solidFill>
          <a:ln w="63500">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defTabSz="1371408" eaLnBrk="1" fontAlgn="auto" hangingPunct="1">
              <a:spcBef>
                <a:spcPts val="0"/>
              </a:spcBef>
              <a:spcAft>
                <a:spcPts val="0"/>
              </a:spcAft>
              <a:defRPr/>
            </a:pPr>
            <a:endParaRPr lang="uk-UA">
              <a:solidFill>
                <a:schemeClr val="tx1"/>
              </a:solidFill>
            </a:endParaRPr>
          </a:p>
        </p:txBody>
      </p:sp>
      <p:sp>
        <p:nvSpPr>
          <p:cNvPr id="60" name="TextBox 21">
            <a:extLst>
              <a:ext uri="{FF2B5EF4-FFF2-40B4-BE49-F238E27FC236}">
                <a16:creationId xmlns:a16="http://schemas.microsoft.com/office/drawing/2014/main" id="{7A5631F2-70E7-9B3A-C6EE-A0F7A05E19BB}"/>
              </a:ext>
            </a:extLst>
          </p:cNvPr>
          <p:cNvSpPr txBox="1"/>
          <p:nvPr/>
        </p:nvSpPr>
        <p:spPr>
          <a:xfrm>
            <a:off x="12880975" y="5580063"/>
            <a:ext cx="3829050" cy="646112"/>
          </a:xfrm>
          <a:prstGeom prst="rect">
            <a:avLst/>
          </a:prstGeom>
          <a:noFill/>
        </p:spPr>
        <p:txBody>
          <a:bodyPr>
            <a:spAutoFit/>
          </a:bodyPr>
          <a:lstStyle/>
          <a:p>
            <a:pPr algn="ctr" defTabSz="1371408" eaLnBrk="1" fontAlgn="auto" hangingPunct="1">
              <a:spcBef>
                <a:spcPts val="0"/>
              </a:spcBef>
              <a:spcAft>
                <a:spcPts val="0"/>
              </a:spcAft>
              <a:defRPr/>
            </a:pPr>
            <a:r>
              <a:rPr lang="es-ES_tradnl" sz="2400" err="1">
                <a:solidFill>
                  <a:srgbClr val="219BC3"/>
                </a:solidFill>
                <a:latin typeface="+mj-lt"/>
              </a:rPr>
              <a:t>Banca local</a:t>
            </a:r>
          </a:p>
        </p:txBody>
      </p:sp>
      <p:sp>
        <p:nvSpPr>
          <p:cNvPr id="61" name="TextBox 22">
            <a:extLst>
              <a:ext uri="{FF2B5EF4-FFF2-40B4-BE49-F238E27FC236}">
                <a16:creationId xmlns:a16="http://schemas.microsoft.com/office/drawing/2014/main" id="{80F8578E-4DE8-BADD-7877-18D10A23760D}"/>
              </a:ext>
            </a:extLst>
          </p:cNvPr>
          <p:cNvSpPr txBox="1"/>
          <p:nvPr/>
        </p:nvSpPr>
        <p:spPr>
          <a:xfrm>
            <a:off x="13714730" y="4002088"/>
            <a:ext cx="2011680" cy="584200"/>
          </a:xfrm>
          <a:prstGeom prst="rect">
            <a:avLst/>
          </a:prstGeom>
          <a:noFill/>
        </p:spPr>
        <p:txBody>
          <a:bodyPr>
            <a:spAutoFit/>
          </a:bodyPr>
          <a:lstStyle/>
          <a:p>
            <a:pPr algn="ctr" defTabSz="1371408" eaLnBrk="1" fontAlgn="auto" hangingPunct="1">
              <a:spcBef>
                <a:spcPts val="0"/>
              </a:spcBef>
              <a:spcAft>
                <a:spcPts val="0"/>
              </a:spcAft>
              <a:defRPr/>
            </a:pPr>
            <a:r>
              <a:rPr lang="es-ES_tradnl" sz="3200">
                <a:solidFill>
                  <a:schemeClr val="accent2"/>
                </a:solidFill>
                <a:latin typeface="+mj-lt"/>
              </a:rPr>
              <a:t>Línea 5</a:t>
            </a:r>
          </a:p>
        </p:txBody>
      </p:sp>
      <p:sp>
        <p:nvSpPr>
          <p:cNvPr id="18457" name="TextBox 23">
            <a:extLst>
              <a:ext uri="{FF2B5EF4-FFF2-40B4-BE49-F238E27FC236}">
                <a16:creationId xmlns:a16="http://schemas.microsoft.com/office/drawing/2014/main" id="{21811AC3-0759-C3E9-858B-CF393BD36F05}"/>
              </a:ext>
            </a:extLst>
          </p:cNvPr>
          <p:cNvSpPr txBox="1">
            <a:spLocks noChangeArrowheads="1"/>
          </p:cNvSpPr>
          <p:nvPr/>
        </p:nvSpPr>
        <p:spPr bwMode="auto">
          <a:xfrm>
            <a:off x="13389610" y="6319838"/>
            <a:ext cx="2788920" cy="16303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sz="2700">
                <a:solidFill>
                  <a:schemeClr val="tx1"/>
                </a:solidFill>
                <a:latin typeface="Franklin Gothic Book" panose="020B0503020102020204" pitchFamily="34" charset="0"/>
              </a:defRPr>
            </a:lvl1pPr>
            <a:lvl2pPr marL="742950" indent="-285750">
              <a:defRPr sz="2700">
                <a:solidFill>
                  <a:schemeClr val="tx1"/>
                </a:solidFill>
                <a:latin typeface="Franklin Gothic Book" panose="020B0503020102020204" pitchFamily="34" charset="0"/>
              </a:defRPr>
            </a:lvl2pPr>
            <a:lvl3pPr marL="1143000" indent="-228600">
              <a:defRPr sz="2700">
                <a:solidFill>
                  <a:schemeClr val="tx1"/>
                </a:solidFill>
                <a:latin typeface="Franklin Gothic Book" panose="020B0503020102020204" pitchFamily="34" charset="0"/>
              </a:defRPr>
            </a:lvl3pPr>
            <a:lvl4pPr marL="1600200" indent="-228600">
              <a:defRPr sz="2700">
                <a:solidFill>
                  <a:schemeClr val="tx1"/>
                </a:solidFill>
                <a:latin typeface="Franklin Gothic Book" panose="020B0503020102020204" pitchFamily="34" charset="0"/>
              </a:defRPr>
            </a:lvl4pPr>
            <a:lvl5pPr marL="2057400" indent="-228600">
              <a:defRPr sz="2700">
                <a:solidFill>
                  <a:schemeClr val="tx1"/>
                </a:solidFill>
                <a:latin typeface="Franklin Gothic Book" panose="020B0503020102020204" pitchFamily="34" charset="0"/>
              </a:defRPr>
            </a:lvl5pPr>
            <a:lvl6pPr marL="2514600" indent="-228600" defTabSz="1370013" eaLnBrk="0" fontAlgn="base" hangingPunct="0">
              <a:spcBef>
                <a:spcPct val="0"/>
              </a:spcBef>
              <a:spcAft>
                <a:spcPct val="0"/>
              </a:spcAft>
              <a:defRPr sz="2700">
                <a:solidFill>
                  <a:schemeClr val="tx1"/>
                </a:solidFill>
                <a:latin typeface="Franklin Gothic Book" panose="020B0503020102020204" pitchFamily="34" charset="0"/>
              </a:defRPr>
            </a:lvl6pPr>
            <a:lvl7pPr marL="2971800" indent="-228600" defTabSz="1370013" eaLnBrk="0" fontAlgn="base" hangingPunct="0">
              <a:spcBef>
                <a:spcPct val="0"/>
              </a:spcBef>
              <a:spcAft>
                <a:spcPct val="0"/>
              </a:spcAft>
              <a:defRPr sz="2700">
                <a:solidFill>
                  <a:schemeClr val="tx1"/>
                </a:solidFill>
                <a:latin typeface="Franklin Gothic Book" panose="020B0503020102020204" pitchFamily="34" charset="0"/>
              </a:defRPr>
            </a:lvl7pPr>
            <a:lvl8pPr marL="3429000" indent="-228600" defTabSz="1370013" eaLnBrk="0" fontAlgn="base" hangingPunct="0">
              <a:spcBef>
                <a:spcPct val="0"/>
              </a:spcBef>
              <a:spcAft>
                <a:spcPct val="0"/>
              </a:spcAft>
              <a:defRPr sz="2700">
                <a:solidFill>
                  <a:schemeClr val="tx1"/>
                </a:solidFill>
                <a:latin typeface="Franklin Gothic Book" panose="020B0503020102020204" pitchFamily="34" charset="0"/>
              </a:defRPr>
            </a:lvl8pPr>
            <a:lvl9pPr marL="3886200" indent="-228600" defTabSz="1370013" eaLnBrk="0" fontAlgn="base" hangingPunct="0">
              <a:spcBef>
                <a:spcPct val="0"/>
              </a:spcBef>
              <a:spcAft>
                <a:spcPct val="0"/>
              </a:spcAft>
              <a:defRPr sz="2700">
                <a:solidFill>
                  <a:schemeClr val="tx1"/>
                </a:solidFill>
                <a:latin typeface="Franklin Gothic Book" panose="020B0503020102020204" pitchFamily="34" charset="0"/>
              </a:defRPr>
            </a:lvl9pPr>
          </a:lstStyle>
          <a:p>
            <a:pPr algn="ctr" eaLnBrk="1" hangingPunct="1"/>
            <a:r>
              <a:rPr lang="es-ES_tradnl" altLang="es-ES" sz="1700">
                <a:solidFill>
                  <a:schemeClr val="tx2"/>
                </a:solidFill>
              </a:rPr>
              <a:t>Validar con datos reales de una entidad ecuatoriana</a:t>
            </a:r>
          </a:p>
        </p:txBody>
      </p:sp>
      <p:sp>
        <p:nvSpPr>
          <p:cNvPr id="18458" name="Slide Number Placeholder 2">
            <a:extLst>
              <a:ext uri="{FF2B5EF4-FFF2-40B4-BE49-F238E27FC236}">
                <a16:creationId xmlns:a16="http://schemas.microsoft.com/office/drawing/2014/main" id="{AA3A95BA-BC71-594E-0229-ECB16ADEB306}"/>
              </a:ext>
            </a:extLst>
          </p:cNvPr>
          <p:cNvSpPr txBox="1">
            <a:spLocks noChangeArrowheads="1"/>
          </p:cNvSpPr>
          <p:nvPr/>
        </p:nvSpPr>
        <p:spPr bwMode="auto">
          <a:xfrm>
            <a:off x="16916400" y="9072563"/>
            <a:ext cx="1733550" cy="923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1428" tIns="45713" rIns="91428" bIns="45713">
            <a:spAutoFit/>
          </a:bodyPr>
          <a:lstStyle>
            <a:lvl1pPr>
              <a:defRPr sz="2700">
                <a:solidFill>
                  <a:schemeClr val="tx1"/>
                </a:solidFill>
                <a:latin typeface="Franklin Gothic Book" panose="020B0503020102020204" pitchFamily="34" charset="0"/>
              </a:defRPr>
            </a:lvl1pPr>
            <a:lvl2pPr marL="742950" indent="-285750">
              <a:defRPr sz="2700">
                <a:solidFill>
                  <a:schemeClr val="tx1"/>
                </a:solidFill>
                <a:latin typeface="Franklin Gothic Book" panose="020B0503020102020204" pitchFamily="34" charset="0"/>
              </a:defRPr>
            </a:lvl2pPr>
            <a:lvl3pPr marL="1143000" indent="-228600">
              <a:defRPr sz="2700">
                <a:solidFill>
                  <a:schemeClr val="tx1"/>
                </a:solidFill>
                <a:latin typeface="Franklin Gothic Book" panose="020B0503020102020204" pitchFamily="34" charset="0"/>
              </a:defRPr>
            </a:lvl3pPr>
            <a:lvl4pPr marL="1600200" indent="-228600">
              <a:defRPr sz="2700">
                <a:solidFill>
                  <a:schemeClr val="tx1"/>
                </a:solidFill>
                <a:latin typeface="Franklin Gothic Book" panose="020B0503020102020204" pitchFamily="34" charset="0"/>
              </a:defRPr>
            </a:lvl4pPr>
            <a:lvl5pPr marL="2057400" indent="-228600">
              <a:defRPr sz="2700">
                <a:solidFill>
                  <a:schemeClr val="tx1"/>
                </a:solidFill>
                <a:latin typeface="Franklin Gothic Book" panose="020B0503020102020204" pitchFamily="34" charset="0"/>
              </a:defRPr>
            </a:lvl5pPr>
            <a:lvl6pPr marL="2514600" indent="-228600" defTabSz="1370013" eaLnBrk="0" fontAlgn="base" hangingPunct="0">
              <a:spcBef>
                <a:spcPct val="0"/>
              </a:spcBef>
              <a:spcAft>
                <a:spcPct val="0"/>
              </a:spcAft>
              <a:defRPr sz="2700">
                <a:solidFill>
                  <a:schemeClr val="tx1"/>
                </a:solidFill>
                <a:latin typeface="Franklin Gothic Book" panose="020B0503020102020204" pitchFamily="34" charset="0"/>
              </a:defRPr>
            </a:lvl6pPr>
            <a:lvl7pPr marL="2971800" indent="-228600" defTabSz="1370013" eaLnBrk="0" fontAlgn="base" hangingPunct="0">
              <a:spcBef>
                <a:spcPct val="0"/>
              </a:spcBef>
              <a:spcAft>
                <a:spcPct val="0"/>
              </a:spcAft>
              <a:defRPr sz="2700">
                <a:solidFill>
                  <a:schemeClr val="tx1"/>
                </a:solidFill>
                <a:latin typeface="Franklin Gothic Book" panose="020B0503020102020204" pitchFamily="34" charset="0"/>
              </a:defRPr>
            </a:lvl7pPr>
            <a:lvl8pPr marL="3429000" indent="-228600" defTabSz="1370013" eaLnBrk="0" fontAlgn="base" hangingPunct="0">
              <a:spcBef>
                <a:spcPct val="0"/>
              </a:spcBef>
              <a:spcAft>
                <a:spcPct val="0"/>
              </a:spcAft>
              <a:defRPr sz="2700">
                <a:solidFill>
                  <a:schemeClr val="tx1"/>
                </a:solidFill>
                <a:latin typeface="Franklin Gothic Book" panose="020B0503020102020204" pitchFamily="34" charset="0"/>
              </a:defRPr>
            </a:lvl8pPr>
            <a:lvl9pPr marL="3886200" indent="-228600" defTabSz="1370013" eaLnBrk="0" fontAlgn="base" hangingPunct="0">
              <a:spcBef>
                <a:spcPct val="0"/>
              </a:spcBef>
              <a:spcAft>
                <a:spcPct val="0"/>
              </a:spcAft>
              <a:defRPr sz="2700">
                <a:solidFill>
                  <a:schemeClr val="tx1"/>
                </a:solidFill>
                <a:latin typeface="Franklin Gothic Book" panose="020B0503020102020204" pitchFamily="34" charset="0"/>
              </a:defRPr>
            </a:lvl9pPr>
          </a:lstStyle>
          <a:p>
            <a:pPr eaLnBrk="1" hangingPunct="1"/>
            <a:r>
              <a:rPr lang="es-ES_tradnl" altLang="es-ES" b="1">
                <a:solidFill>
                  <a:schemeClr val="accent2"/>
                </a:solidFill>
                <a:latin typeface="Franklin Gothic Medium" panose="020B0603020102090204" pitchFamily="34" charset="0"/>
              </a:rPr>
              <a:t>pág.</a:t>
            </a:r>
          </a:p>
          <a:p>
            <a:pPr eaLnBrk="1" hangingPunct="1"/>
            <a:fld id="{B87A44B9-8C49-42F0-9E9B-7AD66CADFE0C}" type="slidenum">
              <a:rPr lang="es-ES_tradnl" altLang="es-ES" b="1">
                <a:solidFill>
                  <a:schemeClr val="accent2"/>
                </a:solidFill>
                <a:latin typeface="Franklin Gothic Medium" panose="020B0603020102090204" pitchFamily="34" charset="0"/>
              </a:rPr>
              <a:pPr eaLnBrk="1" hangingPunct="1"/>
              <a:t>20</a:t>
            </a:fld>
            <a:endParaRPr lang="es-ES_tradnl" altLang="es-ES" b="1">
              <a:solidFill>
                <a:schemeClr val="accent2"/>
              </a:solidFill>
              <a:latin typeface="Franklin Gothic Medium" panose="020B0603020102090204" pitchFamily="34" charset="0"/>
            </a:endParaRP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nodeType="clickPar">
                      <p:stCondLst>
                        <p:cond delay="indefinite"/>
                        <p:cond evt="onBegin" delay="0">
                          <p:tn val="2"/>
                        </p:cond>
                      </p:stCondLst>
                      <p:childTnLst>
                        <p:par>
                          <p:cTn id="4" fill="hold" nodeType="withGroup">
                            <p:stCondLst>
                              <p:cond delay="0"/>
                            </p:stCondLst>
                            <p:childTnLst>
                              <p:par>
                                <p:cTn id="5" presetID="37" presetClass="entr" presetSubtype="0" fill="hold" nodeType="with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1250"/>
                                        <p:tgtEl>
                                          <p:spTgt spid="20"/>
                                        </p:tgtEl>
                                      </p:cBhvr>
                                    </p:animEffect>
                                    <p:anim calcmode="lin" valueType="num">
                                      <p:cBhvr>
                                        <p:cTn id="8" dur="1250" fill="hold"/>
                                        <p:tgtEl>
                                          <p:spTgt spid="20"/>
                                        </p:tgtEl>
                                        <p:attrNameLst>
                                          <p:attrName>ppt_x</p:attrName>
                                        </p:attrNameLst>
                                      </p:cBhvr>
                                      <p:tavLst>
                                        <p:tav tm="0">
                                          <p:val>
                                            <p:strVal val="#ppt_x"/>
                                          </p:val>
                                        </p:tav>
                                        <p:tav tm="100000">
                                          <p:val>
                                            <p:strVal val="#ppt_x"/>
                                          </p:val>
                                        </p:tav>
                                      </p:tavLst>
                                    </p:anim>
                                    <p:anim calcmode="lin" valueType="num">
                                      <p:cBhvr>
                                        <p:cTn id="9" dur="1125" decel="100000" fill="hold"/>
                                        <p:tgtEl>
                                          <p:spTgt spid="20"/>
                                        </p:tgtEl>
                                        <p:attrNameLst>
                                          <p:attrName>ppt_y</p:attrName>
                                        </p:attrNameLst>
                                      </p:cBhvr>
                                      <p:tavLst>
                                        <p:tav tm="0">
                                          <p:val>
                                            <p:strVal val="#ppt_y+1"/>
                                          </p:val>
                                        </p:tav>
                                        <p:tav tm="100000">
                                          <p:val>
                                            <p:strVal val="#ppt_y-.03"/>
                                          </p:val>
                                        </p:tav>
                                      </p:tavLst>
                                    </p:anim>
                                    <p:anim calcmode="lin" valueType="num">
                                      <p:cBhvr>
                                        <p:cTn id="10" dur="125" accel="100000" fill="hold">
                                          <p:stCondLst>
                                            <p:cond delay="1125"/>
                                          </p:stCondLst>
                                        </p:cTn>
                                        <p:tgtEl>
                                          <p:spTgt spid="20"/>
                                        </p:tgtEl>
                                        <p:attrNameLst>
                                          <p:attrName>ppt_y</p:attrName>
                                        </p:attrNameLst>
                                      </p:cBhvr>
                                      <p:tavLst>
                                        <p:tav tm="0">
                                          <p:val>
                                            <p:strVal val="#ppt_y-.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AE319D5D-74BE-66A6-5C8F-5977E50CF0F8}"/>
              </a:ext>
            </a:extLst>
          </p:cNvPr>
          <p:cNvSpPr txBox="1"/>
          <p:nvPr/>
        </p:nvSpPr>
        <p:spPr>
          <a:xfrm>
            <a:off x="5981700" y="4589463"/>
            <a:ext cx="6324600" cy="1108075"/>
          </a:xfrm>
          <a:prstGeom prst="rect">
            <a:avLst/>
          </a:prstGeom>
          <a:noFill/>
        </p:spPr>
        <p:txBody>
          <a:bodyPr lIns="91428" tIns="45713" rIns="91428" bIns="45713">
            <a:spAutoFit/>
          </a:bodyPr>
          <a:lstStyle/>
          <a:p>
            <a:pPr algn="ctr" defTabSz="1371408" eaLnBrk="1" fontAlgn="auto" hangingPunct="1">
              <a:spcBef>
                <a:spcPts val="0"/>
              </a:spcBef>
              <a:spcAft>
                <a:spcPts val="0"/>
              </a:spcAft>
              <a:defRPr/>
            </a:pPr>
            <a:r>
              <a:rPr lang="es-ES_tradnl" sz="6600" b="1">
                <a:solidFill>
                  <a:schemeClr val="accent1"/>
                </a:solidFill>
                <a:latin typeface="+mn-lt"/>
                <a:ea typeface="Lato Semibold" panose="020F0502020204030203" pitchFamily="34" charset="0"/>
                <a:cs typeface="Lato Semibold" panose="020F0502020204030203" pitchFamily="34" charset="0"/>
              </a:rPr>
              <a:t>muchas </a:t>
            </a:r>
            <a:r>
              <a:rPr lang="es-ES_tradnl" sz="6600" b="1">
                <a:solidFill>
                  <a:schemeClr val="accent5"/>
                </a:solidFill>
                <a:latin typeface="+mn-lt"/>
                <a:ea typeface="Lato Semibold" panose="020F0502020204030203" pitchFamily="34" charset="0"/>
                <a:cs typeface="Lato Semibold" panose="020F0502020204030203" pitchFamily="34" charset="0"/>
              </a:rPr>
              <a:t>gracias.</a:t>
            </a:r>
          </a:p>
        </p:txBody>
      </p:sp>
      <p:grpSp>
        <p:nvGrpSpPr>
          <p:cNvPr id="19459" name="Group 3">
            <a:extLst>
              <a:ext uri="{FF2B5EF4-FFF2-40B4-BE49-F238E27FC236}">
                <a16:creationId xmlns:a16="http://schemas.microsoft.com/office/drawing/2014/main" id="{F9E9BE56-378A-A153-3A7F-712992E35640}"/>
              </a:ext>
            </a:extLst>
          </p:cNvPr>
          <p:cNvGrpSpPr>
            <a:grpSpLocks/>
          </p:cNvGrpSpPr>
          <p:nvPr/>
        </p:nvGrpSpPr>
        <p:grpSpPr bwMode="auto">
          <a:xfrm>
            <a:off x="5510213" y="4457700"/>
            <a:ext cx="685800" cy="685800"/>
            <a:chOff x="6324600" y="4114799"/>
            <a:chExt cx="685800" cy="685800"/>
          </a:xfrm>
        </p:grpSpPr>
        <p:cxnSp>
          <p:nvCxnSpPr>
            <p:cNvPr id="6" name="Straight Connector 5">
              <a:extLst>
                <a:ext uri="{FF2B5EF4-FFF2-40B4-BE49-F238E27FC236}">
                  <a16:creationId xmlns:a16="http://schemas.microsoft.com/office/drawing/2014/main" id="{652DF468-8061-E5F0-36F1-C670E62F8B24}"/>
                </a:ext>
              </a:extLst>
            </p:cNvPr>
            <p:cNvCxnSpPr/>
            <p:nvPr/>
          </p:nvCxnSpPr>
          <p:spPr>
            <a:xfrm flipV="1">
              <a:off x="6324600" y="4114799"/>
              <a:ext cx="0" cy="685800"/>
            </a:xfrm>
            <a:prstGeom prst="line">
              <a:avLst/>
            </a:prstGeom>
            <a:ln w="38100" cap="sq">
              <a:solidFill>
                <a:schemeClr val="accent1"/>
              </a:solidFill>
              <a:bevel/>
              <a:headEnd type="none"/>
              <a:tailEnd type="none"/>
            </a:ln>
          </p:spPr>
          <p:style>
            <a:lnRef idx="1">
              <a:schemeClr val="accent1"/>
            </a:lnRef>
            <a:fillRef idx="0">
              <a:schemeClr val="accent1"/>
            </a:fillRef>
            <a:effectRef idx="0">
              <a:schemeClr val="accent1"/>
            </a:effectRef>
            <a:fontRef idx="minor">
              <a:schemeClr val="tx1"/>
            </a:fontRef>
          </p:style>
        </p:cxnSp>
        <p:cxnSp>
          <p:nvCxnSpPr>
            <p:cNvPr id="7" name="Straight Connector 6">
              <a:extLst>
                <a:ext uri="{FF2B5EF4-FFF2-40B4-BE49-F238E27FC236}">
                  <a16:creationId xmlns:a16="http://schemas.microsoft.com/office/drawing/2014/main" id="{1AA47A02-A474-22CD-0318-D1E5A23FDECF}"/>
                </a:ext>
              </a:extLst>
            </p:cNvPr>
            <p:cNvCxnSpPr/>
            <p:nvPr/>
          </p:nvCxnSpPr>
          <p:spPr>
            <a:xfrm>
              <a:off x="6324600" y="4114799"/>
              <a:ext cx="685800" cy="0"/>
            </a:xfrm>
            <a:prstGeom prst="line">
              <a:avLst/>
            </a:prstGeom>
            <a:ln w="38100" cap="sq">
              <a:solidFill>
                <a:schemeClr val="accent1"/>
              </a:solidFill>
              <a:bevel/>
              <a:headEnd type="none"/>
              <a:tailEnd type="none"/>
            </a:ln>
          </p:spPr>
          <p:style>
            <a:lnRef idx="1">
              <a:schemeClr val="accent1"/>
            </a:lnRef>
            <a:fillRef idx="0">
              <a:schemeClr val="accent1"/>
            </a:fillRef>
            <a:effectRef idx="0">
              <a:schemeClr val="accent1"/>
            </a:effectRef>
            <a:fontRef idx="minor">
              <a:schemeClr val="tx1"/>
            </a:fontRef>
          </p:style>
        </p:cxnSp>
      </p:grpSp>
      <p:grpSp>
        <p:nvGrpSpPr>
          <p:cNvPr id="19460" name="Group 7">
            <a:extLst>
              <a:ext uri="{FF2B5EF4-FFF2-40B4-BE49-F238E27FC236}">
                <a16:creationId xmlns:a16="http://schemas.microsoft.com/office/drawing/2014/main" id="{06FC41CE-F358-BB4B-9AE8-0ADFA7B2749F}"/>
              </a:ext>
            </a:extLst>
          </p:cNvPr>
          <p:cNvGrpSpPr>
            <a:grpSpLocks/>
          </p:cNvGrpSpPr>
          <p:nvPr/>
        </p:nvGrpSpPr>
        <p:grpSpPr bwMode="auto">
          <a:xfrm rot="10800000">
            <a:off x="12011025" y="5143500"/>
            <a:ext cx="685800" cy="685800"/>
            <a:chOff x="6324600" y="4114799"/>
            <a:chExt cx="685800" cy="685800"/>
          </a:xfrm>
        </p:grpSpPr>
        <p:cxnSp>
          <p:nvCxnSpPr>
            <p:cNvPr id="9" name="Straight Connector 8">
              <a:extLst>
                <a:ext uri="{FF2B5EF4-FFF2-40B4-BE49-F238E27FC236}">
                  <a16:creationId xmlns:a16="http://schemas.microsoft.com/office/drawing/2014/main" id="{3676379C-332C-9CFE-80AF-619497BFC6A5}"/>
                </a:ext>
              </a:extLst>
            </p:cNvPr>
            <p:cNvCxnSpPr/>
            <p:nvPr/>
          </p:nvCxnSpPr>
          <p:spPr>
            <a:xfrm flipV="1">
              <a:off x="6324600" y="4114799"/>
              <a:ext cx="0" cy="685800"/>
            </a:xfrm>
            <a:prstGeom prst="line">
              <a:avLst/>
            </a:prstGeom>
            <a:ln w="38100" cap="sq">
              <a:solidFill>
                <a:schemeClr val="accent1"/>
              </a:solidFill>
              <a:bevel/>
              <a:headEnd type="none"/>
              <a:tailEnd type="none"/>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F9BB3E7D-68AB-7A4E-54BD-C6898F8102DF}"/>
                </a:ext>
              </a:extLst>
            </p:cNvPr>
            <p:cNvCxnSpPr/>
            <p:nvPr/>
          </p:nvCxnSpPr>
          <p:spPr>
            <a:xfrm>
              <a:off x="6324600" y="4114799"/>
              <a:ext cx="685800" cy="0"/>
            </a:xfrm>
            <a:prstGeom prst="line">
              <a:avLst/>
            </a:prstGeom>
            <a:ln w="38100" cap="sq">
              <a:solidFill>
                <a:schemeClr val="accent1"/>
              </a:solidFill>
              <a:bevel/>
              <a:headEnd type="none"/>
              <a:tailEnd type="none"/>
            </a:ln>
          </p:spPr>
          <p:style>
            <a:lnRef idx="1">
              <a:schemeClr val="accent1"/>
            </a:lnRef>
            <a:fillRef idx="0">
              <a:schemeClr val="accent1"/>
            </a:fillRef>
            <a:effectRef idx="0">
              <a:schemeClr val="accent1"/>
            </a:effectRef>
            <a:fontRef idx="minor">
              <a:schemeClr val="tx1"/>
            </a:fontRef>
          </p:style>
        </p:cxnSp>
      </p:grpSp>
    </p:spTree>
  </p:cSld>
  <p:clrMapOvr>
    <a:masterClrMapping/>
  </p:clrMapOvr>
  <p:transition spd="med">
    <p:fade/>
  </p:transition>
</p:sld>
</file>

<file path=ppt/theme/theme1.xml><?xml version="1.0" encoding="utf-8"?>
<a:theme xmlns:a="http://schemas.openxmlformats.org/drawingml/2006/main" name="TEAM SLIDES">
  <a:themeElements>
    <a:clrScheme name="UNIR">
      <a:dk1>
        <a:srgbClr val="0C0B0B"/>
      </a:dk1>
      <a:lt1>
        <a:srgbClr val="FFFFFF"/>
      </a:lt1>
      <a:dk2>
        <a:srgbClr val="858591"/>
      </a:dk2>
      <a:lt2>
        <a:srgbClr val="F2F2F5"/>
      </a:lt2>
      <a:accent1>
        <a:srgbClr val="219BC3"/>
      </a:accent1>
      <a:accent2>
        <a:srgbClr val="C0C0C8"/>
      </a:accent2>
      <a:accent3>
        <a:srgbClr val="219BC3"/>
      </a:accent3>
      <a:accent4>
        <a:srgbClr val="FFFFFF"/>
      </a:accent4>
      <a:accent5>
        <a:srgbClr val="00566C"/>
      </a:accent5>
      <a:accent6>
        <a:srgbClr val="00566C"/>
      </a:accent6>
      <a:hlink>
        <a:srgbClr val="00566C"/>
      </a:hlink>
      <a:folHlink>
        <a:srgbClr val="1E98CC"/>
      </a:folHlink>
    </a:clrScheme>
    <a:fontScheme name="Ángulos">
      <a:majorFont>
        <a:latin typeface="Franklin Gothic Medium"/>
        <a:ea typeface=""/>
        <a:cs typeface=""/>
        <a:font script="Jpan" typeface="HG創英角ｺﾞｼｯｸUB"/>
        <a:font script="Hang" typeface="돋움"/>
        <a:font script="Hans" typeface="微软雅黑"/>
        <a:font script="Hant" typeface="微軟正黑體"/>
        <a:font script="Arab" typeface="Tahoma"/>
        <a:font script="Hebr" typeface="Aharoni"/>
        <a:font script="Thai" typeface="Lily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Franklin Gothic Book"/>
        <a:ea typeface=""/>
        <a:cs typeface=""/>
        <a:font script="Jpan" typeface="ＭＳ Ｐゴシック"/>
        <a:font script="Hang" typeface="맑은 고딕"/>
        <a:font script="Hans" typeface="隶书"/>
        <a:font script="Hant" typeface="新細明體"/>
        <a:font script="Arab" typeface="Arial"/>
        <a:font script="Hebr" typeface="Arial"/>
        <a:font script="Thai" typeface="Cordi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bodyPr wrap="square">
        <a:spAutoFit/>
      </a:bodyPr>
      <a:lstStyle>
        <a:defPPr>
          <a:defRPr sz="3200" dirty="0" err="1">
            <a:solidFill>
              <a:schemeClr val="tx2"/>
            </a:solidFill>
            <a:latin typeface="+mj-lt"/>
          </a:defRPr>
        </a:defPPr>
      </a:lstStyle>
    </a:spDef>
    <a:lnDef>
      <a:spPr>
        <a:ln w="25400" cap="sq">
          <a:solidFill>
            <a:schemeClr val="accent2"/>
          </a:solidFill>
          <a:bevel/>
          <a:headEnd type="none"/>
          <a:tailEnd type="none"/>
        </a:ln>
      </a:spPr>
      <a:bodyPr/>
      <a:lstStyle/>
      <a:style>
        <a:lnRef idx="1">
          <a:schemeClr val="accent1"/>
        </a:lnRef>
        <a:fillRef idx="0">
          <a:schemeClr val="accent1"/>
        </a:fillRef>
        <a:effectRef idx="0">
          <a:schemeClr val="accent1"/>
        </a:effectRef>
        <a:fontRef idx="minor">
          <a:schemeClr val="tx1"/>
        </a:fontRef>
      </a:style>
    </a:lnDef>
    <a:txDef>
      <a:spPr>
        <a:noFill/>
      </a:spPr>
      <a:bodyPr wrap="square" rtlCol="0">
        <a:spAutoFit/>
      </a:bodyPr>
      <a:lstStyle>
        <a:defPPr>
          <a:defRPr sz="2000">
            <a:solidFill>
              <a:schemeClr val="tx2"/>
            </a:solidFill>
          </a:defRPr>
        </a:defPPr>
      </a:lstStyle>
    </a:tx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1_TEAM SLIDES">
  <a:themeElements>
    <a:clrScheme name="UNIR">
      <a:dk1>
        <a:srgbClr val="0C0B0B"/>
      </a:dk1>
      <a:lt1>
        <a:srgbClr val="FFFFFF"/>
      </a:lt1>
      <a:dk2>
        <a:srgbClr val="858591"/>
      </a:dk2>
      <a:lt2>
        <a:srgbClr val="F2F2F5"/>
      </a:lt2>
      <a:accent1>
        <a:srgbClr val="219BC3"/>
      </a:accent1>
      <a:accent2>
        <a:srgbClr val="C0C0C8"/>
      </a:accent2>
      <a:accent3>
        <a:srgbClr val="219BC3"/>
      </a:accent3>
      <a:accent4>
        <a:srgbClr val="FFFFFF"/>
      </a:accent4>
      <a:accent5>
        <a:srgbClr val="00566C"/>
      </a:accent5>
      <a:accent6>
        <a:srgbClr val="00566C"/>
      </a:accent6>
      <a:hlink>
        <a:srgbClr val="00566C"/>
      </a:hlink>
      <a:folHlink>
        <a:srgbClr val="1E98CC"/>
      </a:folHlink>
    </a:clrScheme>
    <a:fontScheme name="Ángulos">
      <a:majorFont>
        <a:latin typeface="Franklin Gothic Medium"/>
        <a:ea typeface=""/>
        <a:cs typeface=""/>
        <a:font script="Jpan" typeface="HG創英角ｺﾞｼｯｸUB"/>
        <a:font script="Hang" typeface="돋움"/>
        <a:font script="Hans" typeface="微软雅黑"/>
        <a:font script="Hant" typeface="微軟正黑體"/>
        <a:font script="Arab" typeface="Tahoma"/>
        <a:font script="Hebr" typeface="Aharoni"/>
        <a:font script="Thai" typeface="Lily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Franklin Gothic Book"/>
        <a:ea typeface=""/>
        <a:cs typeface=""/>
        <a:font script="Jpan" typeface="ＭＳ Ｐゴシック"/>
        <a:font script="Hang" typeface="맑은 고딕"/>
        <a:font script="Hans" typeface="隶书"/>
        <a:font script="Hant" typeface="新細明體"/>
        <a:font script="Arab" typeface="Arial"/>
        <a:font script="Hebr" typeface="Arial"/>
        <a:font script="Thai" typeface="Cordi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bodyPr wrap="square">
        <a:spAutoFit/>
      </a:bodyPr>
      <a:lstStyle>
        <a:defPPr>
          <a:defRPr sz="3200" dirty="0" err="1">
            <a:solidFill>
              <a:schemeClr val="tx2"/>
            </a:solidFill>
            <a:latin typeface="+mj-lt"/>
          </a:defRPr>
        </a:defPPr>
      </a:lstStyle>
    </a:spDef>
    <a:lnDef>
      <a:spPr>
        <a:ln w="25400" cap="sq">
          <a:solidFill>
            <a:schemeClr val="accent2"/>
          </a:solidFill>
          <a:bevel/>
          <a:headEnd type="none"/>
          <a:tailEnd type="none"/>
        </a:ln>
      </a:spPr>
      <a:bodyPr/>
      <a:lstStyle/>
      <a:style>
        <a:lnRef idx="1">
          <a:schemeClr val="accent1"/>
        </a:lnRef>
        <a:fillRef idx="0">
          <a:schemeClr val="accent1"/>
        </a:fillRef>
        <a:effectRef idx="0">
          <a:schemeClr val="accent1"/>
        </a:effectRef>
        <a:fontRef idx="minor">
          <a:schemeClr val="tx1"/>
        </a:fontRef>
      </a:style>
    </a:lnDef>
    <a:txDef>
      <a:spPr>
        <a:noFill/>
      </a:spPr>
      <a:bodyPr wrap="square" rtlCol="0">
        <a:spAutoFit/>
      </a:bodyPr>
      <a:lstStyle>
        <a:defPPr>
          <a:defRPr sz="2000">
            <a:solidFill>
              <a:schemeClr val="tx2"/>
            </a:solidFill>
          </a:defRPr>
        </a:defPPr>
      </a:lstStyle>
    </a:tx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Tema d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o" ma:contentTypeID="0x0101008B641D53AFA44C4586F98D7AE1D9A3AF" ma:contentTypeVersion="16" ma:contentTypeDescription="Crear nuevo documento." ma:contentTypeScope="" ma:versionID="286564bc6bf68c6eafa02f5dde6566f0">
  <xsd:schema xmlns:xsd="http://www.w3.org/2001/XMLSchema" xmlns:xs="http://www.w3.org/2001/XMLSchema" xmlns:p="http://schemas.microsoft.com/office/2006/metadata/properties" xmlns:ns2="e60aaecf-dcc9-4b4d-b8d3-6f535706e675" xmlns:ns3="9d8037ad-0958-49ab-9028-649901420767" targetNamespace="http://schemas.microsoft.com/office/2006/metadata/properties" ma:root="true" ma:fieldsID="78122d2d7620a6931ab43f698b07fd2c" ns2:_="" ns3:_="">
    <xsd:import namespace="e60aaecf-dcc9-4b4d-b8d3-6f535706e675"/>
    <xsd:import namespace="9d8037ad-0958-49ab-9028-649901420767"/>
    <xsd:element name="properties">
      <xsd:complexType>
        <xsd:sequence>
          <xsd:element name="documentManagement">
            <xsd:complexType>
              <xsd:all>
                <xsd:element ref="ns2:MediaServiceMetadata" minOccurs="0"/>
                <xsd:element ref="ns2:MediaServiceFastMetadata" minOccurs="0"/>
                <xsd:element ref="ns3:SharedWithUsers" minOccurs="0"/>
                <xsd:element ref="ns3:SharedWithDetails" minOccurs="0"/>
                <xsd:element ref="ns2:MediaServiceDateTaken" minOccurs="0"/>
                <xsd:element ref="ns2:MediaServiceAutoTags" minOccurs="0"/>
                <xsd:element ref="ns2:MediaServiceGenerationTime" minOccurs="0"/>
                <xsd:element ref="ns2:MediaServiceEventHashCode" minOccurs="0"/>
                <xsd:element ref="ns2:MediaServiceOCR" minOccurs="0"/>
                <xsd:element ref="ns2:MediaServiceAutoKeyPoints" minOccurs="0"/>
                <xsd:element ref="ns2:MediaServiceKeyPoints" minOccurs="0"/>
                <xsd:element ref="ns2:MediaLengthInSeconds" minOccurs="0"/>
                <xsd:element ref="ns2:MediaServiceSearchProperties" minOccurs="0"/>
                <xsd:element ref="ns2:lcf76f155ced4ddcb4097134ff3c332f" minOccurs="0"/>
                <xsd:element ref="ns3:TaxCatchAll"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60aaecf-dcc9-4b4d-b8d3-6f535706e675"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DateTaken" ma:index="12" nillable="true" ma:displayName="MediaServiceDateTaken" ma:hidden="true" ma:internalName="MediaServiceDateTaken" ma:readOnly="true">
      <xsd:simpleType>
        <xsd:restriction base="dms:Text"/>
      </xsd:simpleType>
    </xsd:element>
    <xsd:element name="MediaServiceAutoTags" ma:index="13" nillable="true" ma:displayName="Tags" ma:internalName="MediaServiceAutoTags" ma:readOnly="true">
      <xsd:simpleType>
        <xsd:restriction base="dms:Text"/>
      </xsd:simpleType>
    </xsd:element>
    <xsd:element name="MediaServiceGenerationTime" ma:index="14" nillable="true" ma:displayName="MediaServiceGenerationTime" ma:hidden="true" ma:internalName="MediaServiceGenerationTime" ma:readOnly="true">
      <xsd:simpleType>
        <xsd:restriction base="dms:Text"/>
      </xsd:simpleType>
    </xsd:element>
    <xsd:element name="MediaServiceEventHashCode" ma:index="15" nillable="true" ma:displayName="MediaServiceEventHashCode" ma:hidden="true" ma:internalName="MediaServiceEventHashCode" ma:readOnly="true">
      <xsd:simpleType>
        <xsd:restriction base="dms:Text"/>
      </xsd:simpleType>
    </xsd:element>
    <xsd:element name="MediaServiceOCR" ma:index="16" nillable="true" ma:displayName="Extracted Text" ma:internalName="MediaServiceOCR" ma:readOnly="true">
      <xsd:simpleType>
        <xsd:restriction base="dms:Note">
          <xsd:maxLength value="255"/>
        </xsd:restriction>
      </xsd:simpleType>
    </xsd:element>
    <xsd:element name="MediaServiceAutoKeyPoints" ma:index="17" nillable="true" ma:displayName="MediaServiceAutoKeyPoints" ma:hidden="true" ma:internalName="MediaServiceAutoKeyPoints" ma:readOnly="true">
      <xsd:simpleType>
        <xsd:restriction base="dms:Note"/>
      </xsd:simpleType>
    </xsd:element>
    <xsd:element name="MediaServiceKeyPoints" ma:index="18" nillable="true" ma:displayName="KeyPoints" ma:internalName="MediaServiceKeyPoints" ma:readOnly="true">
      <xsd:simpleType>
        <xsd:restriction base="dms:Note">
          <xsd:maxLength value="255"/>
        </xsd:restriction>
      </xsd:simpleType>
    </xsd:element>
    <xsd:element name="MediaLengthInSeconds" ma:index="19" nillable="true" ma:displayName="Length (seconds)" ma:internalName="MediaLengthInSeconds" ma:readOnly="true">
      <xsd:simpleType>
        <xsd:restriction base="dms:Unknown"/>
      </xsd:simpleType>
    </xsd:element>
    <xsd:element name="MediaServiceSearchProperties" ma:index="20" nillable="true" ma:displayName="MediaServiceSearchProperties" ma:hidden="true" ma:internalName="MediaServiceSearchProperties" ma:readOnly="true">
      <xsd:simpleType>
        <xsd:restriction base="dms:Note"/>
      </xsd:simpleType>
    </xsd:element>
    <xsd:element name="lcf76f155ced4ddcb4097134ff3c332f" ma:index="22" nillable="true" ma:taxonomy="true" ma:internalName="lcf76f155ced4ddcb4097134ff3c332f" ma:taxonomyFieldName="MediaServiceImageTags" ma:displayName="Etiquetas de imagen" ma:readOnly="false" ma:fieldId="{5cf76f15-5ced-4ddc-b409-7134ff3c332f}" ma:taxonomyMulti="true" ma:sspId="17631b59-e624-4eb7-963c-219f14f887a3" ma:termSetId="09814cd3-568e-fe90-9814-8d621ff8fb84" ma:anchorId="fba54fb3-c3e1-fe81-a776-ca4b69148c4d" ma:open="true" ma:isKeyword="false">
      <xsd:complexType>
        <xsd:sequence>
          <xsd:element ref="pc:Terms" minOccurs="0" maxOccurs="1"/>
        </xsd:sequence>
      </xsd:complexType>
    </xsd:element>
  </xsd:schema>
  <xsd:schema xmlns:xsd="http://www.w3.org/2001/XMLSchema" xmlns:xs="http://www.w3.org/2001/XMLSchema" xmlns:dms="http://schemas.microsoft.com/office/2006/documentManagement/types" xmlns:pc="http://schemas.microsoft.com/office/infopath/2007/PartnerControls" targetNamespace="9d8037ad-0958-49ab-9028-649901420767" elementFormDefault="qualified">
    <xsd:import namespace="http://schemas.microsoft.com/office/2006/documentManagement/types"/>
    <xsd:import namespace="http://schemas.microsoft.com/office/infopath/2007/PartnerControls"/>
    <xsd:element name="SharedWithUsers" ma:index="10" nillable="true" ma:displayName="Compartido con"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1" nillable="true" ma:displayName="Detalles de uso compartido" ma:internalName="SharedWithDetails" ma:readOnly="true">
      <xsd:simpleType>
        <xsd:restriction base="dms:Note">
          <xsd:maxLength value="255"/>
        </xsd:restriction>
      </xsd:simpleType>
    </xsd:element>
    <xsd:element name="TaxCatchAll" ma:index="23" nillable="true" ma:displayName="Taxonomy Catch All Column" ma:hidden="true" ma:list="{4cef7ac9-eda8-4c71-a08b-e45e01573a54}" ma:internalName="TaxCatchAll" ma:showField="CatchAllData" ma:web="9d8037ad-0958-49ab-9028-649901420767">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Tipo de contenido"/>
        <xsd:element ref="dc:title" minOccurs="0" maxOccurs="1" ma:index="4" ma:displayName="Título"/>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lcf76f155ced4ddcb4097134ff3c332f xmlns="e60aaecf-dcc9-4b4d-b8d3-6f535706e675">
      <Terms xmlns="http://schemas.microsoft.com/office/infopath/2007/PartnerControls"/>
    </lcf76f155ced4ddcb4097134ff3c332f>
    <TaxCatchAll xmlns="9d8037ad-0958-49ab-9028-649901420767" xsi:nil="true"/>
  </documentManagement>
</p:properties>
</file>

<file path=customXml/itemProps1.xml><?xml version="1.0" encoding="utf-8"?>
<ds:datastoreItem xmlns:ds="http://schemas.openxmlformats.org/officeDocument/2006/customXml" ds:itemID="{75E3697D-B122-4AD9-B23B-93B4C6106083}"/>
</file>

<file path=customXml/itemProps2.xml><?xml version="1.0" encoding="utf-8"?>
<ds:datastoreItem xmlns:ds="http://schemas.openxmlformats.org/officeDocument/2006/customXml" ds:itemID="{BA110C50-9D6E-492A-BD44-170BEC25D3DA}">
  <ds:schemaRefs>
    <ds:schemaRef ds:uri="http://schemas.microsoft.com/sharepoint/v3/contenttype/forms"/>
  </ds:schemaRefs>
</ds:datastoreItem>
</file>

<file path=customXml/itemProps3.xml><?xml version="1.0" encoding="utf-8"?>
<ds:datastoreItem xmlns:ds="http://schemas.openxmlformats.org/officeDocument/2006/customXml" ds:itemID="{0661AFDB-5B1F-4FAF-A547-89ADE1EE951F}">
  <ds:schemaRefs>
    <ds:schemaRef ds:uri="http://purl.org/dc/elements/1.1/"/>
    <ds:schemaRef ds:uri="a6642f6d-5081-4791-b9e2-ba520a08f6f9"/>
    <ds:schemaRef ds:uri="http://purl.org/dc/terms/"/>
    <ds:schemaRef ds:uri="http://schemas.microsoft.com/office/2006/documentManagement/types"/>
    <ds:schemaRef ds:uri="http://www.w3.org/XML/1998/namespace"/>
    <ds:schemaRef ds:uri="http://schemas.microsoft.com/office/infopath/2007/PartnerControls"/>
    <ds:schemaRef ds:uri="2a878932-0fea-4e49-8237-6613bb282416"/>
    <ds:schemaRef ds:uri="http://purl.org/dc/dcmitype/"/>
    <ds:schemaRef ds:uri="http://schemas.microsoft.com/office/2006/metadata/properties"/>
    <ds:schemaRef ds:uri="http://schemas.openxmlformats.org/package/2006/metadata/core-properties"/>
  </ds:schemaRefs>
</ds:datastoreItem>
</file>

<file path=docProps/app.xml><?xml version="1.0" encoding="utf-8"?>
<Properties xmlns="http://schemas.openxmlformats.org/officeDocument/2006/extended-properties" xmlns:vt="http://schemas.openxmlformats.org/officeDocument/2006/docPropsVTypes">
  <Template>Office Theme</Template>
  <TotalTime>15070</TotalTime>
  <Words>612</Words>
  <Application>Microsoft Office PowerPoint</Application>
  <PresentationFormat>Personalizado</PresentationFormat>
  <Paragraphs>129</Paragraphs>
  <Slides>9</Slides>
  <Notes>1</Notes>
  <HiddenSlides>0</HiddenSlides>
  <MMClips>0</MMClips>
  <ScaleCrop>false</ScaleCrop>
  <HeadingPairs>
    <vt:vector size="8" baseType="variant">
      <vt:variant>
        <vt:lpstr>Fuentes usadas</vt:lpstr>
      </vt:variant>
      <vt:variant>
        <vt:i4>10</vt:i4>
      </vt:variant>
      <vt:variant>
        <vt:lpstr>Tema</vt:lpstr>
      </vt:variant>
      <vt:variant>
        <vt:i4>2</vt:i4>
      </vt:variant>
      <vt:variant>
        <vt:lpstr>Servidores OLE incrustados</vt:lpstr>
      </vt:variant>
      <vt:variant>
        <vt:i4>1</vt:i4>
      </vt:variant>
      <vt:variant>
        <vt:lpstr>Títulos de diapositiva</vt:lpstr>
      </vt:variant>
      <vt:variant>
        <vt:i4>9</vt:i4>
      </vt:variant>
    </vt:vector>
  </HeadingPairs>
  <TitlesOfParts>
    <vt:vector size="22" baseType="lpstr">
      <vt:lpstr>Franklin Gothic Book</vt:lpstr>
      <vt:lpstr>Arial</vt:lpstr>
      <vt:lpstr>Franklin Gothic Medium</vt:lpstr>
      <vt:lpstr>Lucida Grande</vt:lpstr>
      <vt:lpstr>Courier New</vt:lpstr>
      <vt:lpstr>Wingdings</vt:lpstr>
      <vt:lpstr>Calibri</vt:lpstr>
      <vt:lpstr>Roboto Black</vt:lpstr>
      <vt:lpstr>Roboto Condensed</vt:lpstr>
      <vt:lpstr>Lato Semibold</vt:lpstr>
      <vt:lpstr>TEAM SLIDES</vt:lpstr>
      <vt:lpstr>1_TEAM SLIDES</vt:lpstr>
      <vt:lpstr>Gráfico de Microsoft Excel</vt:lpstr>
      <vt:lpstr>Presentación de PowerPoint</vt:lpstr>
      <vt:lpstr>Presentación de PowerPoint</vt:lpstr>
      <vt:lpstr>Apartado 01 Nombre del apartado</vt:lpstr>
      <vt:lpstr>listas con iconos DAFO</vt:lpstr>
      <vt:lpstr>gráfico layout</vt:lpstr>
      <vt:lpstr>Presentación de PowerPoint</vt:lpstr>
      <vt:lpstr>tabla layout</vt:lpstr>
      <vt:lpstr>línea de tiempo agenda</vt:lpstr>
      <vt:lpstr>Presentación de PowerPoint</vt:lpstr>
    </vt:vector>
  </TitlesOfParts>
  <Manager/>
  <Company>unir.net</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UNIR</dc:creator>
  <cp:keywords/>
  <dc:description/>
  <cp:lastModifiedBy>Carmelo Ajuria Prado</cp:lastModifiedBy>
  <cp:revision>1290</cp:revision>
  <dcterms:created xsi:type="dcterms:W3CDTF">2015-01-20T11:47:48Z</dcterms:created>
  <dcterms:modified xsi:type="dcterms:W3CDTF">2022-06-03T07:35:41Z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0x0101008B641D53AFA44C4586F98D7AE1D9A3AF</vt:lpwstr>
  </property>
</Properties>
</file>